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4"/>
  </p:sldMasterIdLst>
  <p:notesMasterIdLst>
    <p:notesMasterId r:id="rId24"/>
  </p:notesMasterIdLst>
  <p:sldIdLst>
    <p:sldId id="256" r:id="rId5"/>
    <p:sldId id="263" r:id="rId6"/>
    <p:sldId id="257" r:id="rId7"/>
    <p:sldId id="258" r:id="rId8"/>
    <p:sldId id="273" r:id="rId9"/>
    <p:sldId id="259" r:id="rId10"/>
    <p:sldId id="264" r:id="rId11"/>
    <p:sldId id="260" r:id="rId12"/>
    <p:sldId id="261" r:id="rId13"/>
    <p:sldId id="266" r:id="rId14"/>
    <p:sldId id="267" r:id="rId15"/>
    <p:sldId id="268" r:id="rId16"/>
    <p:sldId id="269" r:id="rId17"/>
    <p:sldId id="270" r:id="rId18"/>
    <p:sldId id="271" r:id="rId19"/>
    <p:sldId id="272" r:id="rId20"/>
    <p:sldId id="274" r:id="rId21"/>
    <p:sldId id="275" r:id="rId22"/>
    <p:sldId id="262"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66DCA5-5AAD-4701-8A80-14E1103D172D}" v="182" dt="2022-12-05T02:23:45.540"/>
    <p1510:client id="{29DB55A0-4113-4433-BE03-A8C37E6849C0}" v="1416" dt="2022-12-07T03:44:46.400"/>
    <p1510:client id="{38AB3392-354A-4BF8-82B4-8751597C93EC}" v="90" dt="2022-12-07T05:11:55.184"/>
    <p1510:client id="{4EA97F08-B782-4BDC-8372-533D11AE0613}" v="780" dt="2022-12-05T03:04:24.201"/>
    <p1510:client id="{5335AE48-CCB4-40D8-9B50-D24726911E5D}" v="125" dt="2022-12-05T02:09:20.767"/>
    <p1510:client id="{76C11600-9518-4285-A249-37DB475F2308}" v="4406" dt="2022-12-05T18:43:42.396"/>
    <p1510:client id="{A5313394-37CE-4BA1-B8C6-6560F6DAEB78}" v="309" dt="2022-12-07T03:23:10.427"/>
    <p1510:client id="{B6A5CD5B-D81F-4C53-A997-66ED7B9F7713}" v="337" dt="2022-12-05T02:34:49.4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9" d="100"/>
          <a:sy n="159" d="100"/>
        </p:scale>
        <p:origin x="33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Tram Anh" userId="S::anguyen6@una.edu::bfb3b3ff-9d66-47fa-a8a1-aade41fb63d4" providerId="AD" clId="Web-{38AB3392-354A-4BF8-82B4-8751597C93EC}"/>
    <pc:docChg chg="addSld delSld modSld">
      <pc:chgData name="Nguyen, Tram Anh" userId="S::anguyen6@una.edu::bfb3b3ff-9d66-47fa-a8a1-aade41fb63d4" providerId="AD" clId="Web-{38AB3392-354A-4BF8-82B4-8751597C93EC}" dt="2022-12-07T05:11:52.340" v="53" actId="20577"/>
      <pc:docMkLst>
        <pc:docMk/>
      </pc:docMkLst>
      <pc:sldChg chg="modSp del">
        <pc:chgData name="Nguyen, Tram Anh" userId="S::anguyen6@una.edu::bfb3b3ff-9d66-47fa-a8a1-aade41fb63d4" providerId="AD" clId="Web-{38AB3392-354A-4BF8-82B4-8751597C93EC}" dt="2022-12-07T05:11:44.746" v="51"/>
        <pc:sldMkLst>
          <pc:docMk/>
          <pc:sldMk cId="1476752278" sldId="265"/>
        </pc:sldMkLst>
        <pc:spChg chg="mod">
          <ac:chgData name="Nguyen, Tram Anh" userId="S::anguyen6@una.edu::bfb3b3ff-9d66-47fa-a8a1-aade41fb63d4" providerId="AD" clId="Web-{38AB3392-354A-4BF8-82B4-8751597C93EC}" dt="2022-12-07T04:42:29.111" v="16" actId="1076"/>
          <ac:spMkLst>
            <pc:docMk/>
            <pc:sldMk cId="1476752278" sldId="265"/>
            <ac:spMk id="5" creationId="{90720806-246E-8FC2-C649-E53E1C753C46}"/>
          </ac:spMkLst>
        </pc:spChg>
      </pc:sldChg>
      <pc:sldChg chg="addSp modSp add replId">
        <pc:chgData name="Nguyen, Tram Anh" userId="S::anguyen6@una.edu::bfb3b3ff-9d66-47fa-a8a1-aade41fb63d4" providerId="AD" clId="Web-{38AB3392-354A-4BF8-82B4-8751597C93EC}" dt="2022-12-07T05:11:52.340" v="53" actId="20577"/>
        <pc:sldMkLst>
          <pc:docMk/>
          <pc:sldMk cId="3631638090" sldId="274"/>
        </pc:sldMkLst>
        <pc:spChg chg="mod">
          <ac:chgData name="Nguyen, Tram Anh" userId="S::anguyen6@una.edu::bfb3b3ff-9d66-47fa-a8a1-aade41fb63d4" providerId="AD" clId="Web-{38AB3392-354A-4BF8-82B4-8751597C93EC}" dt="2022-12-07T05:11:52.340" v="53" actId="20577"/>
          <ac:spMkLst>
            <pc:docMk/>
            <pc:sldMk cId="3631638090" sldId="274"/>
            <ac:spMk id="5" creationId="{90720806-246E-8FC2-C649-E53E1C753C46}"/>
          </ac:spMkLst>
        </pc:spChg>
        <pc:picChg chg="add mod">
          <ac:chgData name="Nguyen, Tram Anh" userId="S::anguyen6@una.edu::bfb3b3ff-9d66-47fa-a8a1-aade41fb63d4" providerId="AD" clId="Web-{38AB3392-354A-4BF8-82B4-8751597C93EC}" dt="2022-12-07T04:42:01.343" v="15" actId="14100"/>
          <ac:picMkLst>
            <pc:docMk/>
            <pc:sldMk cId="3631638090" sldId="274"/>
            <ac:picMk id="3" creationId="{F2690A76-7A3A-4F83-A164-105367BBE25D}"/>
          </ac:picMkLst>
        </pc:picChg>
      </pc:sldChg>
      <pc:sldChg chg="addSp delSp modSp add replId">
        <pc:chgData name="Nguyen, Tram Anh" userId="S::anguyen6@una.edu::bfb3b3ff-9d66-47fa-a8a1-aade41fb63d4" providerId="AD" clId="Web-{38AB3392-354A-4BF8-82B4-8751597C93EC}" dt="2022-12-07T05:11:30.621" v="50" actId="20577"/>
        <pc:sldMkLst>
          <pc:docMk/>
          <pc:sldMk cId="812899536" sldId="275"/>
        </pc:sldMkLst>
        <pc:spChg chg="mod">
          <ac:chgData name="Nguyen, Tram Anh" userId="S::anguyen6@una.edu::bfb3b3ff-9d66-47fa-a8a1-aade41fb63d4" providerId="AD" clId="Web-{38AB3392-354A-4BF8-82B4-8751597C93EC}" dt="2022-12-07T04:47:59.800" v="37" actId="20577"/>
          <ac:spMkLst>
            <pc:docMk/>
            <pc:sldMk cId="812899536" sldId="275"/>
            <ac:spMk id="5" creationId="{90720806-246E-8FC2-C649-E53E1C753C46}"/>
          </ac:spMkLst>
        </pc:spChg>
        <pc:spChg chg="add mod">
          <ac:chgData name="Nguyen, Tram Anh" userId="S::anguyen6@una.edu::bfb3b3ff-9d66-47fa-a8a1-aade41fb63d4" providerId="AD" clId="Web-{38AB3392-354A-4BF8-82B4-8751597C93EC}" dt="2022-12-07T05:11:30.621" v="50" actId="20577"/>
          <ac:spMkLst>
            <pc:docMk/>
            <pc:sldMk cId="812899536" sldId="275"/>
            <ac:spMk id="7" creationId="{F983BAB5-0548-99E0-4E11-8121FD115E90}"/>
          </ac:spMkLst>
        </pc:spChg>
        <pc:picChg chg="add mod">
          <ac:chgData name="Nguyen, Tram Anh" userId="S::anguyen6@una.edu::bfb3b3ff-9d66-47fa-a8a1-aade41fb63d4" providerId="AD" clId="Web-{38AB3392-354A-4BF8-82B4-8751597C93EC}" dt="2022-12-07T05:10:41.198" v="42" actId="1076"/>
          <ac:picMkLst>
            <pc:docMk/>
            <pc:sldMk cId="812899536" sldId="275"/>
            <ac:picMk id="3" creationId="{8EC353E5-0347-6244-8230-31737BD7F02A}"/>
          </ac:picMkLst>
        </pc:picChg>
        <pc:picChg chg="del">
          <ac:chgData name="Nguyen, Tram Anh" userId="S::anguyen6@una.edu::bfb3b3ff-9d66-47fa-a8a1-aade41fb63d4" providerId="AD" clId="Web-{38AB3392-354A-4BF8-82B4-8751597C93EC}" dt="2022-12-07T04:43:37.723" v="18"/>
          <ac:picMkLst>
            <pc:docMk/>
            <pc:sldMk cId="812899536" sldId="275"/>
            <ac:picMk id="3" creationId="{F2690A76-7A3A-4F83-A164-105367BBE25D}"/>
          </ac:picMkLst>
        </pc:picChg>
      </pc:sldChg>
    </pc:docChg>
  </pc:docChgLst>
  <pc:docChgLst>
    <pc:chgData name="Rodgers, Dalton Tucker" userId="S::drodgers@una.edu::f308f2d1-e498-46e3-9904-83f819e4da14" providerId="AD" clId="Web-{76C11600-9518-4285-A249-37DB475F2308}"/>
    <pc:docChg chg="modSld">
      <pc:chgData name="Rodgers, Dalton Tucker" userId="S::drodgers@una.edu::f308f2d1-e498-46e3-9904-83f819e4da14" providerId="AD" clId="Web-{76C11600-9518-4285-A249-37DB475F2308}" dt="2022-12-05T18:43:42.396" v="2155" actId="20577"/>
      <pc:docMkLst>
        <pc:docMk/>
      </pc:docMkLst>
      <pc:sldChg chg="modSp">
        <pc:chgData name="Rodgers, Dalton Tucker" userId="S::drodgers@una.edu::f308f2d1-e498-46e3-9904-83f819e4da14" providerId="AD" clId="Web-{76C11600-9518-4285-A249-37DB475F2308}" dt="2022-12-05T18:25:19.889" v="1217" actId="20577"/>
        <pc:sldMkLst>
          <pc:docMk/>
          <pc:sldMk cId="161269659" sldId="257"/>
        </pc:sldMkLst>
        <pc:spChg chg="mod">
          <ac:chgData name="Rodgers, Dalton Tucker" userId="S::drodgers@una.edu::f308f2d1-e498-46e3-9904-83f819e4da14" providerId="AD" clId="Web-{76C11600-9518-4285-A249-37DB475F2308}" dt="2022-12-05T18:25:19.889" v="1217" actId="20577"/>
          <ac:spMkLst>
            <pc:docMk/>
            <pc:sldMk cId="161269659" sldId="257"/>
            <ac:spMk id="5" creationId="{90720806-246E-8FC2-C649-E53E1C753C46}"/>
          </ac:spMkLst>
        </pc:spChg>
      </pc:sldChg>
      <pc:sldChg chg="modSp">
        <pc:chgData name="Rodgers, Dalton Tucker" userId="S::drodgers@una.edu::f308f2d1-e498-46e3-9904-83f819e4da14" providerId="AD" clId="Web-{76C11600-9518-4285-A249-37DB475F2308}" dt="2022-12-05T18:43:42.396" v="2155" actId="20577"/>
        <pc:sldMkLst>
          <pc:docMk/>
          <pc:sldMk cId="3296240306" sldId="258"/>
        </pc:sldMkLst>
        <pc:spChg chg="mod">
          <ac:chgData name="Rodgers, Dalton Tucker" userId="S::drodgers@una.edu::f308f2d1-e498-46e3-9904-83f819e4da14" providerId="AD" clId="Web-{76C11600-9518-4285-A249-37DB475F2308}" dt="2022-12-05T18:43:42.396" v="2155" actId="20577"/>
          <ac:spMkLst>
            <pc:docMk/>
            <pc:sldMk cId="3296240306" sldId="258"/>
            <ac:spMk id="5" creationId="{90720806-246E-8FC2-C649-E53E1C753C46}"/>
          </ac:spMkLst>
        </pc:spChg>
      </pc:sldChg>
    </pc:docChg>
  </pc:docChgLst>
  <pc:docChgLst>
    <pc:chgData name="Rodgers, Dalton Tucker" userId="S::drodgers@una.edu::f308f2d1-e498-46e3-9904-83f819e4da14" providerId="AD" clId="Web-{29DB55A0-4113-4433-BE03-A8C37E6849C0}"/>
    <pc:docChg chg="modSld">
      <pc:chgData name="Rodgers, Dalton Tucker" userId="S::drodgers@una.edu::f308f2d1-e498-46e3-9904-83f819e4da14" providerId="AD" clId="Web-{29DB55A0-4113-4433-BE03-A8C37E6849C0}" dt="2022-12-07T03:44:46.400" v="679" actId="14100"/>
      <pc:docMkLst>
        <pc:docMk/>
      </pc:docMkLst>
      <pc:sldChg chg="modSp">
        <pc:chgData name="Rodgers, Dalton Tucker" userId="S::drodgers@una.edu::f308f2d1-e498-46e3-9904-83f819e4da14" providerId="AD" clId="Web-{29DB55A0-4113-4433-BE03-A8C37E6849C0}" dt="2022-12-07T03:44:46.400" v="679" actId="14100"/>
        <pc:sldMkLst>
          <pc:docMk/>
          <pc:sldMk cId="1476752278" sldId="265"/>
        </pc:sldMkLst>
        <pc:spChg chg="mod">
          <ac:chgData name="Rodgers, Dalton Tucker" userId="S::drodgers@una.edu::f308f2d1-e498-46e3-9904-83f819e4da14" providerId="AD" clId="Web-{29DB55A0-4113-4433-BE03-A8C37E6849C0}" dt="2022-12-07T03:44:46.400" v="679" actId="14100"/>
          <ac:spMkLst>
            <pc:docMk/>
            <pc:sldMk cId="1476752278" sldId="265"/>
            <ac:spMk id="5" creationId="{90720806-246E-8FC2-C649-E53E1C753C46}"/>
          </ac:spMkLst>
        </pc:spChg>
      </pc:sldChg>
    </pc:docChg>
  </pc:docChgLst>
  <pc:docChgLst>
    <pc:chgData name="Nguyen, Tram Anh" userId="S::anguyen6@una.edu::bfb3b3ff-9d66-47fa-a8a1-aade41fb63d4" providerId="AD" clId="Web-{B6A5CD5B-D81F-4C53-A997-66ED7B9F7713}"/>
    <pc:docChg chg="modSld">
      <pc:chgData name="Nguyen, Tram Anh" userId="S::anguyen6@una.edu::bfb3b3ff-9d66-47fa-a8a1-aade41fb63d4" providerId="AD" clId="Web-{B6A5CD5B-D81F-4C53-A997-66ED7B9F7713}" dt="2022-12-05T02:34:49.496" v="208" actId="1076"/>
      <pc:docMkLst>
        <pc:docMk/>
      </pc:docMkLst>
      <pc:sldChg chg="addSp delSp modSp">
        <pc:chgData name="Nguyen, Tram Anh" userId="S::anguyen6@una.edu::bfb3b3ff-9d66-47fa-a8a1-aade41fb63d4" providerId="AD" clId="Web-{B6A5CD5B-D81F-4C53-A997-66ED7B9F7713}" dt="2022-12-05T02:34:49.496" v="208" actId="1076"/>
        <pc:sldMkLst>
          <pc:docMk/>
          <pc:sldMk cId="1644635079" sldId="256"/>
        </pc:sldMkLst>
        <pc:spChg chg="add del mod">
          <ac:chgData name="Nguyen, Tram Anh" userId="S::anguyen6@una.edu::bfb3b3ff-9d66-47fa-a8a1-aade41fb63d4" providerId="AD" clId="Web-{B6A5CD5B-D81F-4C53-A997-66ED7B9F7713}" dt="2022-12-05T02:34:46.090" v="207"/>
          <ac:spMkLst>
            <pc:docMk/>
            <pc:sldMk cId="1644635079" sldId="256"/>
            <ac:spMk id="2" creationId="{58CC4E96-9667-B293-1F77-C45A35C968D4}"/>
          </ac:spMkLst>
        </pc:spChg>
        <pc:spChg chg="add del mod">
          <ac:chgData name="Nguyen, Tram Anh" userId="S::anguyen6@una.edu::bfb3b3ff-9d66-47fa-a8a1-aade41fb63d4" providerId="AD" clId="Web-{B6A5CD5B-D81F-4C53-A997-66ED7B9F7713}" dt="2022-12-05T02:34:49.496" v="208" actId="1076"/>
          <ac:spMkLst>
            <pc:docMk/>
            <pc:sldMk cId="1644635079" sldId="256"/>
            <ac:spMk id="4" creationId="{A10FC74A-BB52-8F5D-40A2-A721821FE2B2}"/>
          </ac:spMkLst>
        </pc:spChg>
        <pc:picChg chg="add del">
          <ac:chgData name="Nguyen, Tram Anh" userId="S::anguyen6@una.edu::bfb3b3ff-9d66-47fa-a8a1-aade41fb63d4" providerId="AD" clId="Web-{B6A5CD5B-D81F-4C53-A997-66ED7B9F7713}" dt="2022-12-05T02:24:52.136" v="2"/>
          <ac:picMkLst>
            <pc:docMk/>
            <pc:sldMk cId="1644635079" sldId="256"/>
            <ac:picMk id="8" creationId="{EDAFC68D-B36F-4D33-6159-D6632082793D}"/>
          </ac:picMkLst>
        </pc:picChg>
        <pc:picChg chg="del">
          <ac:chgData name="Nguyen, Tram Anh" userId="S::anguyen6@una.edu::bfb3b3ff-9d66-47fa-a8a1-aade41fb63d4" providerId="AD" clId="Web-{B6A5CD5B-D81F-4C53-A997-66ED7B9F7713}" dt="2022-12-05T02:24:52.136" v="3"/>
          <ac:picMkLst>
            <pc:docMk/>
            <pc:sldMk cId="1644635079" sldId="256"/>
            <ac:picMk id="9" creationId="{7A7B2049-1A3E-DB67-981A-F5ABF6123057}"/>
          </ac:picMkLst>
        </pc:picChg>
      </pc:sldChg>
      <pc:sldChg chg="addSp delSp modSp">
        <pc:chgData name="Nguyen, Tram Anh" userId="S::anguyen6@una.edu::bfb3b3ff-9d66-47fa-a8a1-aade41fb63d4" providerId="AD" clId="Web-{B6A5CD5B-D81F-4C53-A997-66ED7B9F7713}" dt="2022-12-05T02:32:55.868" v="190" actId="14100"/>
        <pc:sldMkLst>
          <pc:docMk/>
          <pc:sldMk cId="933698295" sldId="260"/>
        </pc:sldMkLst>
        <pc:spChg chg="add del mod">
          <ac:chgData name="Nguyen, Tram Anh" userId="S::anguyen6@una.edu::bfb3b3ff-9d66-47fa-a8a1-aade41fb63d4" providerId="AD" clId="Web-{B6A5CD5B-D81F-4C53-A997-66ED7B9F7713}" dt="2022-12-05T02:31:23.819" v="174"/>
          <ac:spMkLst>
            <pc:docMk/>
            <pc:sldMk cId="933698295" sldId="260"/>
            <ac:spMk id="3" creationId="{D1AE54D4-BE57-85C2-EEEC-4777747AAED9}"/>
          </ac:spMkLst>
        </pc:spChg>
        <pc:spChg chg="mod">
          <ac:chgData name="Nguyen, Tram Anh" userId="S::anguyen6@una.edu::bfb3b3ff-9d66-47fa-a8a1-aade41fb63d4" providerId="AD" clId="Web-{B6A5CD5B-D81F-4C53-A997-66ED7B9F7713}" dt="2022-12-05T02:32:16.929" v="183" actId="1076"/>
          <ac:spMkLst>
            <pc:docMk/>
            <pc:sldMk cId="933698295" sldId="260"/>
            <ac:spMk id="5" creationId="{90720806-246E-8FC2-C649-E53E1C753C46}"/>
          </ac:spMkLst>
        </pc:spChg>
        <pc:spChg chg="add del mod">
          <ac:chgData name="Nguyen, Tram Anh" userId="S::anguyen6@una.edu::bfb3b3ff-9d66-47fa-a8a1-aade41fb63d4" providerId="AD" clId="Web-{B6A5CD5B-D81F-4C53-A997-66ED7B9F7713}" dt="2022-12-05T02:31:23.819" v="174"/>
          <ac:spMkLst>
            <pc:docMk/>
            <pc:sldMk cId="933698295" sldId="260"/>
            <ac:spMk id="7" creationId="{E9DEDD78-CE2F-7B2C-DE66-18C3E21C4091}"/>
          </ac:spMkLst>
        </pc:spChg>
        <pc:spChg chg="add del">
          <ac:chgData name="Nguyen, Tram Anh" userId="S::anguyen6@una.edu::bfb3b3ff-9d66-47fa-a8a1-aade41fb63d4" providerId="AD" clId="Web-{B6A5CD5B-D81F-4C53-A997-66ED7B9F7713}" dt="2022-12-05T02:31:36.350" v="176"/>
          <ac:spMkLst>
            <pc:docMk/>
            <pc:sldMk cId="933698295" sldId="260"/>
            <ac:spMk id="9" creationId="{4C86FCB0-60CD-365A-BB84-8AB491E00740}"/>
          </ac:spMkLst>
        </pc:spChg>
        <pc:spChg chg="add del">
          <ac:chgData name="Nguyen, Tram Anh" userId="S::anguyen6@una.edu::bfb3b3ff-9d66-47fa-a8a1-aade41fb63d4" providerId="AD" clId="Web-{B6A5CD5B-D81F-4C53-A997-66ED7B9F7713}" dt="2022-12-05T02:31:36.350" v="176"/>
          <ac:spMkLst>
            <pc:docMk/>
            <pc:sldMk cId="933698295" sldId="260"/>
            <ac:spMk id="12" creationId="{6F689147-F71E-9695-1666-11EFE6BC4D23}"/>
          </ac:spMkLst>
        </pc:spChg>
        <pc:spChg chg="add mod">
          <ac:chgData name="Nguyen, Tram Anh" userId="S::anguyen6@una.edu::bfb3b3ff-9d66-47fa-a8a1-aade41fb63d4" providerId="AD" clId="Web-{B6A5CD5B-D81F-4C53-A997-66ED7B9F7713}" dt="2022-12-05T02:32:55.868" v="190" actId="14100"/>
          <ac:spMkLst>
            <pc:docMk/>
            <pc:sldMk cId="933698295" sldId="260"/>
            <ac:spMk id="14" creationId="{52A5B85B-8643-7082-83E9-AC81D9E6F50E}"/>
          </ac:spMkLst>
        </pc:spChg>
        <pc:spChg chg="add mod">
          <ac:chgData name="Nguyen, Tram Anh" userId="S::anguyen6@una.edu::bfb3b3ff-9d66-47fa-a8a1-aade41fb63d4" providerId="AD" clId="Web-{B6A5CD5B-D81F-4C53-A997-66ED7B9F7713}" dt="2022-12-05T02:32:34.492" v="189"/>
          <ac:spMkLst>
            <pc:docMk/>
            <pc:sldMk cId="933698295" sldId="260"/>
            <ac:spMk id="17" creationId="{4343FE4B-FCAE-3C29-DFEE-9B4A4DA50B17}"/>
          </ac:spMkLst>
        </pc:spChg>
        <pc:picChg chg="add del mod">
          <ac:chgData name="Nguyen, Tram Anh" userId="S::anguyen6@una.edu::bfb3b3ff-9d66-47fa-a8a1-aade41fb63d4" providerId="AD" clId="Web-{B6A5CD5B-D81F-4C53-A997-66ED7B9F7713}" dt="2022-12-05T02:31:23.819" v="174"/>
          <ac:picMkLst>
            <pc:docMk/>
            <pc:sldMk cId="933698295" sldId="260"/>
            <ac:picMk id="4" creationId="{02FE2BA8-72CE-B63E-F0A0-E78F0E9343B3}"/>
          </ac:picMkLst>
        </pc:picChg>
        <pc:picChg chg="add del mod">
          <ac:chgData name="Nguyen, Tram Anh" userId="S::anguyen6@una.edu::bfb3b3ff-9d66-47fa-a8a1-aade41fb63d4" providerId="AD" clId="Web-{B6A5CD5B-D81F-4C53-A997-66ED7B9F7713}" dt="2022-12-05T02:31:23.819" v="174"/>
          <ac:picMkLst>
            <pc:docMk/>
            <pc:sldMk cId="933698295" sldId="260"/>
            <ac:picMk id="6" creationId="{F256BE58-5FFB-37DB-F7BE-6DB981DCDAC4}"/>
          </ac:picMkLst>
        </pc:picChg>
        <pc:picChg chg="add del">
          <ac:chgData name="Nguyen, Tram Anh" userId="S::anguyen6@una.edu::bfb3b3ff-9d66-47fa-a8a1-aade41fb63d4" providerId="AD" clId="Web-{B6A5CD5B-D81F-4C53-A997-66ED7B9F7713}" dt="2022-12-05T02:31:36.350" v="176"/>
          <ac:picMkLst>
            <pc:docMk/>
            <pc:sldMk cId="933698295" sldId="260"/>
            <ac:picMk id="10" creationId="{8A72224B-0C05-E6E0-2149-2E7A05F29E5E}"/>
          </ac:picMkLst>
        </pc:picChg>
        <pc:picChg chg="add del">
          <ac:chgData name="Nguyen, Tram Anh" userId="S::anguyen6@una.edu::bfb3b3ff-9d66-47fa-a8a1-aade41fb63d4" providerId="AD" clId="Web-{B6A5CD5B-D81F-4C53-A997-66ED7B9F7713}" dt="2022-12-05T02:31:36.350" v="176"/>
          <ac:picMkLst>
            <pc:docMk/>
            <pc:sldMk cId="933698295" sldId="260"/>
            <ac:picMk id="11" creationId="{5C87FE27-9845-DDD7-1CB8-61C6807BD47A}"/>
          </ac:picMkLst>
        </pc:picChg>
        <pc:picChg chg="add mod">
          <ac:chgData name="Nguyen, Tram Anh" userId="S::anguyen6@una.edu::bfb3b3ff-9d66-47fa-a8a1-aade41fb63d4" providerId="AD" clId="Web-{B6A5CD5B-D81F-4C53-A997-66ED7B9F7713}" dt="2022-12-05T02:32:02.413" v="179" actId="1076"/>
          <ac:picMkLst>
            <pc:docMk/>
            <pc:sldMk cId="933698295" sldId="260"/>
            <ac:picMk id="15" creationId="{42AF16D0-7B75-A62E-9071-FC94BF79F2EB}"/>
          </ac:picMkLst>
        </pc:picChg>
        <pc:picChg chg="add mod">
          <ac:chgData name="Nguyen, Tram Anh" userId="S::anguyen6@una.edu::bfb3b3ff-9d66-47fa-a8a1-aade41fb63d4" providerId="AD" clId="Web-{B6A5CD5B-D81F-4C53-A997-66ED7B9F7713}" dt="2022-12-05T02:32:02.460" v="180" actId="1076"/>
          <ac:picMkLst>
            <pc:docMk/>
            <pc:sldMk cId="933698295" sldId="260"/>
            <ac:picMk id="16" creationId="{84D3FEE8-52D7-67C4-1104-FAF4281C9167}"/>
          </ac:picMkLst>
        </pc:picChg>
        <pc:cxnChg chg="add del mod">
          <ac:chgData name="Nguyen, Tram Anh" userId="S::anguyen6@una.edu::bfb3b3ff-9d66-47fa-a8a1-aade41fb63d4" providerId="AD" clId="Web-{B6A5CD5B-D81F-4C53-A997-66ED7B9F7713}" dt="2022-12-05T02:31:23.819" v="174"/>
          <ac:cxnSpMkLst>
            <pc:docMk/>
            <pc:sldMk cId="933698295" sldId="260"/>
            <ac:cxnSpMk id="8" creationId="{E72DB56E-9222-4807-ADA7-3FF7D3FE605C}"/>
          </ac:cxnSpMkLst>
        </pc:cxnChg>
        <pc:cxnChg chg="add del">
          <ac:chgData name="Nguyen, Tram Anh" userId="S::anguyen6@una.edu::bfb3b3ff-9d66-47fa-a8a1-aade41fb63d4" providerId="AD" clId="Web-{B6A5CD5B-D81F-4C53-A997-66ED7B9F7713}" dt="2022-12-05T02:31:36.350" v="176"/>
          <ac:cxnSpMkLst>
            <pc:docMk/>
            <pc:sldMk cId="933698295" sldId="260"/>
            <ac:cxnSpMk id="13" creationId="{FEEACB87-8E81-A0FF-E4A8-D16C36C77391}"/>
          </ac:cxnSpMkLst>
        </pc:cxnChg>
        <pc:cxnChg chg="add mod">
          <ac:chgData name="Nguyen, Tram Anh" userId="S::anguyen6@una.edu::bfb3b3ff-9d66-47fa-a8a1-aade41fb63d4" providerId="AD" clId="Web-{B6A5CD5B-D81F-4C53-A997-66ED7B9F7713}" dt="2022-12-05T02:32:30.961" v="188"/>
          <ac:cxnSpMkLst>
            <pc:docMk/>
            <pc:sldMk cId="933698295" sldId="260"/>
            <ac:cxnSpMk id="18" creationId="{6E9C51A0-8E02-1C1D-702B-D15B95C00A52}"/>
          </ac:cxnSpMkLst>
        </pc:cxnChg>
      </pc:sldChg>
      <pc:sldChg chg="addSp delSp modSp">
        <pc:chgData name="Nguyen, Tram Anh" userId="S::anguyen6@una.edu::bfb3b3ff-9d66-47fa-a8a1-aade41fb63d4" providerId="AD" clId="Web-{B6A5CD5B-D81F-4C53-A997-66ED7B9F7713}" dt="2022-12-05T02:25:24.762" v="18" actId="20577"/>
        <pc:sldMkLst>
          <pc:docMk/>
          <pc:sldMk cId="105666083" sldId="262"/>
        </pc:sldMkLst>
        <pc:spChg chg="mod">
          <ac:chgData name="Nguyen, Tram Anh" userId="S::anguyen6@una.edu::bfb3b3ff-9d66-47fa-a8a1-aade41fb63d4" providerId="AD" clId="Web-{B6A5CD5B-D81F-4C53-A997-66ED7B9F7713}" dt="2022-12-05T02:25:24.762" v="18" actId="20577"/>
          <ac:spMkLst>
            <pc:docMk/>
            <pc:sldMk cId="105666083" sldId="262"/>
            <ac:spMk id="2" creationId="{BC83B6A6-73A8-7194-16A4-EB3A6A62C3C6}"/>
          </ac:spMkLst>
        </pc:spChg>
        <pc:spChg chg="del">
          <ac:chgData name="Nguyen, Tram Anh" userId="S::anguyen6@una.edu::bfb3b3ff-9d66-47fa-a8a1-aade41fb63d4" providerId="AD" clId="Web-{B6A5CD5B-D81F-4C53-A997-66ED7B9F7713}" dt="2022-12-05T02:24:56.636" v="4"/>
          <ac:spMkLst>
            <pc:docMk/>
            <pc:sldMk cId="105666083" sldId="262"/>
            <ac:spMk id="5" creationId="{90720806-246E-8FC2-C649-E53E1C753C46}"/>
          </ac:spMkLst>
        </pc:spChg>
        <pc:picChg chg="add mod">
          <ac:chgData name="Nguyen, Tram Anh" userId="S::anguyen6@una.edu::bfb3b3ff-9d66-47fa-a8a1-aade41fb63d4" providerId="AD" clId="Web-{B6A5CD5B-D81F-4C53-A997-66ED7B9F7713}" dt="2022-12-05T02:25:14.340" v="8" actId="1076"/>
          <ac:picMkLst>
            <pc:docMk/>
            <pc:sldMk cId="105666083" sldId="262"/>
            <ac:picMk id="3" creationId="{31520712-A653-F840-BD06-D5D704CC9872}"/>
          </ac:picMkLst>
        </pc:picChg>
        <pc:picChg chg="add mod">
          <ac:chgData name="Nguyen, Tram Anh" userId="S::anguyen6@una.edu::bfb3b3ff-9d66-47fa-a8a1-aade41fb63d4" providerId="AD" clId="Web-{B6A5CD5B-D81F-4C53-A997-66ED7B9F7713}" dt="2022-12-05T02:25:16.356" v="9" actId="1076"/>
          <ac:picMkLst>
            <pc:docMk/>
            <pc:sldMk cId="105666083" sldId="262"/>
            <ac:picMk id="4" creationId="{CD9F35A2-692E-29EB-A3FF-ABFD031ED9DA}"/>
          </ac:picMkLst>
        </pc:picChg>
      </pc:sldChg>
      <pc:sldChg chg="addSp modSp">
        <pc:chgData name="Nguyen, Tram Anh" userId="S::anguyen6@una.edu::bfb3b3ff-9d66-47fa-a8a1-aade41fb63d4" providerId="AD" clId="Web-{B6A5CD5B-D81F-4C53-A997-66ED7B9F7713}" dt="2022-12-05T02:30:28.895" v="155" actId="1076"/>
        <pc:sldMkLst>
          <pc:docMk/>
          <pc:sldMk cId="2527135058" sldId="264"/>
        </pc:sldMkLst>
        <pc:spChg chg="add mod">
          <ac:chgData name="Nguyen, Tram Anh" userId="S::anguyen6@una.edu::bfb3b3ff-9d66-47fa-a8a1-aade41fb63d4" providerId="AD" clId="Web-{B6A5CD5B-D81F-4C53-A997-66ED7B9F7713}" dt="2022-12-05T02:27:06.718" v="33" actId="20577"/>
          <ac:spMkLst>
            <pc:docMk/>
            <pc:sldMk cId="2527135058" sldId="264"/>
            <ac:spMk id="7" creationId="{91055D35-4A4B-7DC8-6BCA-C4E895FD250D}"/>
          </ac:spMkLst>
        </pc:spChg>
        <pc:spChg chg="add mod">
          <ac:chgData name="Nguyen, Tram Anh" userId="S::anguyen6@una.edu::bfb3b3ff-9d66-47fa-a8a1-aade41fb63d4" providerId="AD" clId="Web-{B6A5CD5B-D81F-4C53-A997-66ED7B9F7713}" dt="2022-12-05T02:27:20.499" v="39" actId="20577"/>
          <ac:spMkLst>
            <pc:docMk/>
            <pc:sldMk cId="2527135058" sldId="264"/>
            <ac:spMk id="8" creationId="{ECCC0A7A-C876-9CCB-D44D-E290C16562D4}"/>
          </ac:spMkLst>
        </pc:spChg>
        <pc:spChg chg="add mod">
          <ac:chgData name="Nguyen, Tram Anh" userId="S::anguyen6@una.edu::bfb3b3ff-9d66-47fa-a8a1-aade41fb63d4" providerId="AD" clId="Web-{B6A5CD5B-D81F-4C53-A997-66ED7B9F7713}" dt="2022-12-05T02:27:59.094" v="62" actId="1076"/>
          <ac:spMkLst>
            <pc:docMk/>
            <pc:sldMk cId="2527135058" sldId="264"/>
            <ac:spMk id="9" creationId="{66BD070D-F6A8-4570-E6B0-58EFC916ADF1}"/>
          </ac:spMkLst>
        </pc:spChg>
        <pc:spChg chg="add mod">
          <ac:chgData name="Nguyen, Tram Anh" userId="S::anguyen6@una.edu::bfb3b3ff-9d66-47fa-a8a1-aade41fb63d4" providerId="AD" clId="Web-{B6A5CD5B-D81F-4C53-A997-66ED7B9F7713}" dt="2022-12-05T02:28:06.438" v="63" actId="1076"/>
          <ac:spMkLst>
            <pc:docMk/>
            <pc:sldMk cId="2527135058" sldId="264"/>
            <ac:spMk id="10" creationId="{AC91BA27-0E05-53A5-7524-5614BDB5ABB6}"/>
          </ac:spMkLst>
        </pc:spChg>
        <pc:spChg chg="add mod">
          <ac:chgData name="Nguyen, Tram Anh" userId="S::anguyen6@una.edu::bfb3b3ff-9d66-47fa-a8a1-aade41fb63d4" providerId="AD" clId="Web-{B6A5CD5B-D81F-4C53-A997-66ED7B9F7713}" dt="2022-12-05T02:30:28.895" v="155" actId="1076"/>
          <ac:spMkLst>
            <pc:docMk/>
            <pc:sldMk cId="2527135058" sldId="264"/>
            <ac:spMk id="12" creationId="{1F95EEBC-B985-F6FF-3459-82A858FEAD68}"/>
          </ac:spMkLst>
        </pc:spChg>
        <pc:picChg chg="add mod">
          <ac:chgData name="Nguyen, Tram Anh" userId="S::anguyen6@una.edu::bfb3b3ff-9d66-47fa-a8a1-aade41fb63d4" providerId="AD" clId="Web-{B6A5CD5B-D81F-4C53-A997-66ED7B9F7713}" dt="2022-12-05T02:26:47.280" v="27" actId="1076"/>
          <ac:picMkLst>
            <pc:docMk/>
            <pc:sldMk cId="2527135058" sldId="264"/>
            <ac:picMk id="2" creationId="{A10CDB44-9063-FA1E-450E-AB648AB9F9E4}"/>
          </ac:picMkLst>
        </pc:picChg>
        <pc:picChg chg="add mod">
          <ac:chgData name="Nguyen, Tram Anh" userId="S::anguyen6@una.edu::bfb3b3ff-9d66-47fa-a8a1-aade41fb63d4" providerId="AD" clId="Web-{B6A5CD5B-D81F-4C53-A997-66ED7B9F7713}" dt="2022-12-05T02:26:23.014" v="22" actId="1076"/>
          <ac:picMkLst>
            <pc:docMk/>
            <pc:sldMk cId="2527135058" sldId="264"/>
            <ac:picMk id="3" creationId="{07414F70-CCBD-9A5A-C0AF-9859D268DFED}"/>
          </ac:picMkLst>
        </pc:picChg>
        <pc:picChg chg="add mod">
          <ac:chgData name="Nguyen, Tram Anh" userId="S::anguyen6@una.edu::bfb3b3ff-9d66-47fa-a8a1-aade41fb63d4" providerId="AD" clId="Web-{B6A5CD5B-D81F-4C53-A997-66ED7B9F7713}" dt="2022-12-05T02:26:34.279" v="24" actId="1076"/>
          <ac:picMkLst>
            <pc:docMk/>
            <pc:sldMk cId="2527135058" sldId="264"/>
            <ac:picMk id="4" creationId="{977BA6E7-ADA8-E33E-B0AF-40643CD494F9}"/>
          </ac:picMkLst>
        </pc:picChg>
        <pc:picChg chg="add mod">
          <ac:chgData name="Nguyen, Tram Anh" userId="S::anguyen6@una.edu::bfb3b3ff-9d66-47fa-a8a1-aade41fb63d4" providerId="AD" clId="Web-{B6A5CD5B-D81F-4C53-A997-66ED7B9F7713}" dt="2022-12-05T02:26:43.623" v="26" actId="1076"/>
          <ac:picMkLst>
            <pc:docMk/>
            <pc:sldMk cId="2527135058" sldId="264"/>
            <ac:picMk id="5" creationId="{E7A67326-B4CA-EF2E-E834-372645C44008}"/>
          </ac:picMkLst>
        </pc:picChg>
      </pc:sldChg>
    </pc:docChg>
  </pc:docChgLst>
  <pc:docChgLst>
    <pc:chgData name="Nguyen, Tram Anh" userId="S::anguyen6@una.edu::bfb3b3ff-9d66-47fa-a8a1-aade41fb63d4" providerId="AD" clId="Web-{5335AE48-CCB4-40D8-9B50-D24726911E5D}"/>
    <pc:docChg chg="addSld modSld sldOrd">
      <pc:chgData name="Nguyen, Tram Anh" userId="S::anguyen6@una.edu::bfb3b3ff-9d66-47fa-a8a1-aade41fb63d4" providerId="AD" clId="Web-{5335AE48-CCB4-40D8-9B50-D24726911E5D}" dt="2022-12-05T02:09:20.142" v="97" actId="20577"/>
      <pc:docMkLst>
        <pc:docMk/>
      </pc:docMkLst>
      <pc:sldChg chg="addSp delSp modSp new">
        <pc:chgData name="Nguyen, Tram Anh" userId="S::anguyen6@una.edu::bfb3b3ff-9d66-47fa-a8a1-aade41fb63d4" providerId="AD" clId="Web-{5335AE48-CCB4-40D8-9B50-D24726911E5D}" dt="2022-12-05T02:06:43.944" v="35"/>
        <pc:sldMkLst>
          <pc:docMk/>
          <pc:sldMk cId="1644635079" sldId="256"/>
        </pc:sldMkLst>
        <pc:spChg chg="del">
          <ac:chgData name="Nguyen, Tram Anh" userId="S::anguyen6@una.edu::bfb3b3ff-9d66-47fa-a8a1-aade41fb63d4" providerId="AD" clId="Web-{5335AE48-CCB4-40D8-9B50-D24726911E5D}" dt="2022-12-05T02:05:26.455" v="1"/>
          <ac:spMkLst>
            <pc:docMk/>
            <pc:sldMk cId="1644635079" sldId="256"/>
            <ac:spMk id="2" creationId="{06FE2724-B39C-9D94-1582-3C8B4FB503C0}"/>
          </ac:spMkLst>
        </pc:spChg>
        <pc:spChg chg="del">
          <ac:chgData name="Nguyen, Tram Anh" userId="S::anguyen6@una.edu::bfb3b3ff-9d66-47fa-a8a1-aade41fb63d4" providerId="AD" clId="Web-{5335AE48-CCB4-40D8-9B50-D24726911E5D}" dt="2022-12-05T02:05:35.268" v="3"/>
          <ac:spMkLst>
            <pc:docMk/>
            <pc:sldMk cId="1644635079" sldId="256"/>
            <ac:spMk id="3" creationId="{70A728AC-6C01-5910-0567-9CFA4F212C74}"/>
          </ac:spMkLst>
        </pc:spChg>
        <pc:spChg chg="add mod">
          <ac:chgData name="Nguyen, Tram Anh" userId="S::anguyen6@una.edu::bfb3b3ff-9d66-47fa-a8a1-aade41fb63d4" providerId="AD" clId="Web-{5335AE48-CCB4-40D8-9B50-D24726911E5D}" dt="2022-12-05T02:06:11.974" v="25" actId="20577"/>
          <ac:spMkLst>
            <pc:docMk/>
            <pc:sldMk cId="1644635079" sldId="256"/>
            <ac:spMk id="4" creationId="{A10FC74A-BB52-8F5D-40A2-A721821FE2B2}"/>
          </ac:spMkLst>
        </pc:spChg>
        <pc:spChg chg="add mod">
          <ac:chgData name="Nguyen, Tram Anh" userId="S::anguyen6@una.edu::bfb3b3ff-9d66-47fa-a8a1-aade41fb63d4" providerId="AD" clId="Web-{5335AE48-CCB4-40D8-9B50-D24726911E5D}" dt="2022-12-05T02:05:48.503" v="9" actId="20577"/>
          <ac:spMkLst>
            <pc:docMk/>
            <pc:sldMk cId="1644635079" sldId="256"/>
            <ac:spMk id="5" creationId="{9EEB4FAC-E08A-D4DC-9827-CC79BD6D7E6A}"/>
          </ac:spMkLst>
        </pc:spChg>
        <pc:picChg chg="add del mod">
          <ac:chgData name="Nguyen, Tram Anh" userId="S::anguyen6@una.edu::bfb3b3ff-9d66-47fa-a8a1-aade41fb63d4" providerId="AD" clId="Web-{5335AE48-CCB4-40D8-9B50-D24726911E5D}" dt="2022-12-05T02:06:23.974" v="29"/>
          <ac:picMkLst>
            <pc:docMk/>
            <pc:sldMk cId="1644635079" sldId="256"/>
            <ac:picMk id="6" creationId="{53EA56F5-0667-AD43-0DBD-65447874E7F2}"/>
          </ac:picMkLst>
        </pc:picChg>
        <pc:picChg chg="add del mod">
          <ac:chgData name="Nguyen, Tram Anh" userId="S::anguyen6@una.edu::bfb3b3ff-9d66-47fa-a8a1-aade41fb63d4" providerId="AD" clId="Web-{5335AE48-CCB4-40D8-9B50-D24726911E5D}" dt="2022-12-05T02:06:23.974" v="28"/>
          <ac:picMkLst>
            <pc:docMk/>
            <pc:sldMk cId="1644635079" sldId="256"/>
            <ac:picMk id="7" creationId="{9D0AB72C-8916-22FF-BEB2-9F833F8D3034}"/>
          </ac:picMkLst>
        </pc:picChg>
        <pc:picChg chg="add mod">
          <ac:chgData name="Nguyen, Tram Anh" userId="S::anguyen6@una.edu::bfb3b3ff-9d66-47fa-a8a1-aade41fb63d4" providerId="AD" clId="Web-{5335AE48-CCB4-40D8-9B50-D24726911E5D}" dt="2022-12-05T02:06:41.007" v="34" actId="1076"/>
          <ac:picMkLst>
            <pc:docMk/>
            <pc:sldMk cId="1644635079" sldId="256"/>
            <ac:picMk id="8" creationId="{EDAFC68D-B36F-4D33-6159-D6632082793D}"/>
          </ac:picMkLst>
        </pc:picChg>
        <pc:picChg chg="add mod ord">
          <ac:chgData name="Nguyen, Tram Anh" userId="S::anguyen6@una.edu::bfb3b3ff-9d66-47fa-a8a1-aade41fb63d4" providerId="AD" clId="Web-{5335AE48-CCB4-40D8-9B50-D24726911E5D}" dt="2022-12-05T02:06:43.944" v="35"/>
          <ac:picMkLst>
            <pc:docMk/>
            <pc:sldMk cId="1644635079" sldId="256"/>
            <ac:picMk id="9" creationId="{7A7B2049-1A3E-DB67-981A-F5ABF6123057}"/>
          </ac:picMkLst>
        </pc:picChg>
      </pc:sldChg>
      <pc:sldChg chg="addSp delSp modSp new">
        <pc:chgData name="Nguyen, Tram Anh" userId="S::anguyen6@una.edu::bfb3b3ff-9d66-47fa-a8a1-aade41fb63d4" providerId="AD" clId="Web-{5335AE48-CCB4-40D8-9B50-D24726911E5D}" dt="2022-12-05T02:07:31.244" v="64" actId="20577"/>
        <pc:sldMkLst>
          <pc:docMk/>
          <pc:sldMk cId="161269659" sldId="257"/>
        </pc:sldMkLst>
        <pc:spChg chg="mod">
          <ac:chgData name="Nguyen, Tram Anh" userId="S::anguyen6@una.edu::bfb3b3ff-9d66-47fa-a8a1-aade41fb63d4" providerId="AD" clId="Web-{5335AE48-CCB4-40D8-9B50-D24726911E5D}" dt="2022-12-05T02:07:31.244" v="64" actId="20577"/>
          <ac:spMkLst>
            <pc:docMk/>
            <pc:sldMk cId="161269659" sldId="257"/>
            <ac:spMk id="2" creationId="{BC83B6A6-73A8-7194-16A4-EB3A6A62C3C6}"/>
          </ac:spMkLst>
        </pc:spChg>
        <pc:spChg chg="del">
          <ac:chgData name="Nguyen, Tram Anh" userId="S::anguyen6@una.edu::bfb3b3ff-9d66-47fa-a8a1-aade41fb63d4" providerId="AD" clId="Web-{5335AE48-CCB4-40D8-9B50-D24726911E5D}" dt="2022-12-05T02:06:53.179" v="37"/>
          <ac:spMkLst>
            <pc:docMk/>
            <pc:sldMk cId="161269659" sldId="257"/>
            <ac:spMk id="3" creationId="{D881D601-BD92-8A2C-82D1-F5D54EE89BDE}"/>
          </ac:spMkLst>
        </pc:spChg>
        <pc:spChg chg="add mod">
          <ac:chgData name="Nguyen, Tram Anh" userId="S::anguyen6@una.edu::bfb3b3ff-9d66-47fa-a8a1-aade41fb63d4" providerId="AD" clId="Web-{5335AE48-CCB4-40D8-9B50-D24726911E5D}" dt="2022-12-05T02:07:05.664" v="47" actId="20577"/>
          <ac:spMkLst>
            <pc:docMk/>
            <pc:sldMk cId="161269659" sldId="257"/>
            <ac:spMk id="5" creationId="{90720806-246E-8FC2-C649-E53E1C753C46}"/>
          </ac:spMkLst>
        </pc:spChg>
      </pc:sldChg>
      <pc:sldChg chg="modSp add replId">
        <pc:chgData name="Nguyen, Tram Anh" userId="S::anguyen6@una.edu::bfb3b3ff-9d66-47fa-a8a1-aade41fb63d4" providerId="AD" clId="Web-{5335AE48-CCB4-40D8-9B50-D24726911E5D}" dt="2022-12-05T02:07:55.105" v="69" actId="20577"/>
        <pc:sldMkLst>
          <pc:docMk/>
          <pc:sldMk cId="3296240306" sldId="258"/>
        </pc:sldMkLst>
        <pc:spChg chg="mod">
          <ac:chgData name="Nguyen, Tram Anh" userId="S::anguyen6@una.edu::bfb3b3ff-9d66-47fa-a8a1-aade41fb63d4" providerId="AD" clId="Web-{5335AE48-CCB4-40D8-9B50-D24726911E5D}" dt="2022-12-05T02:07:55.105" v="69" actId="20577"/>
          <ac:spMkLst>
            <pc:docMk/>
            <pc:sldMk cId="3296240306" sldId="258"/>
            <ac:spMk id="2" creationId="{BC83B6A6-73A8-7194-16A4-EB3A6A62C3C6}"/>
          </ac:spMkLst>
        </pc:spChg>
      </pc:sldChg>
      <pc:sldChg chg="modSp add ord replId">
        <pc:chgData name="Nguyen, Tram Anh" userId="S::anguyen6@una.edu::bfb3b3ff-9d66-47fa-a8a1-aade41fb63d4" providerId="AD" clId="Web-{5335AE48-CCB4-40D8-9B50-D24726911E5D}" dt="2022-12-05T02:08:24.091" v="84"/>
        <pc:sldMkLst>
          <pc:docMk/>
          <pc:sldMk cId="3949222293" sldId="259"/>
        </pc:sldMkLst>
        <pc:spChg chg="mod">
          <ac:chgData name="Nguyen, Tram Anh" userId="S::anguyen6@una.edu::bfb3b3ff-9d66-47fa-a8a1-aade41fb63d4" providerId="AD" clId="Web-{5335AE48-CCB4-40D8-9B50-D24726911E5D}" dt="2022-12-05T02:08:20.982" v="83" actId="20577"/>
          <ac:spMkLst>
            <pc:docMk/>
            <pc:sldMk cId="3949222293" sldId="259"/>
            <ac:spMk id="2" creationId="{BC83B6A6-73A8-7194-16A4-EB3A6A62C3C6}"/>
          </ac:spMkLst>
        </pc:spChg>
      </pc:sldChg>
      <pc:sldChg chg="modSp add replId">
        <pc:chgData name="Nguyen, Tram Anh" userId="S::anguyen6@una.edu::bfb3b3ff-9d66-47fa-a8a1-aade41fb63d4" providerId="AD" clId="Web-{5335AE48-CCB4-40D8-9B50-D24726911E5D}" dt="2022-12-05T02:08:47.233" v="89" actId="20577"/>
        <pc:sldMkLst>
          <pc:docMk/>
          <pc:sldMk cId="933698295" sldId="260"/>
        </pc:sldMkLst>
        <pc:spChg chg="mod">
          <ac:chgData name="Nguyen, Tram Anh" userId="S::anguyen6@una.edu::bfb3b3ff-9d66-47fa-a8a1-aade41fb63d4" providerId="AD" clId="Web-{5335AE48-CCB4-40D8-9B50-D24726911E5D}" dt="2022-12-05T02:08:47.233" v="89" actId="20577"/>
          <ac:spMkLst>
            <pc:docMk/>
            <pc:sldMk cId="933698295" sldId="260"/>
            <ac:spMk id="2" creationId="{BC83B6A6-73A8-7194-16A4-EB3A6A62C3C6}"/>
          </ac:spMkLst>
        </pc:spChg>
      </pc:sldChg>
      <pc:sldChg chg="modSp add replId">
        <pc:chgData name="Nguyen, Tram Anh" userId="S::anguyen6@una.edu::bfb3b3ff-9d66-47fa-a8a1-aade41fb63d4" providerId="AD" clId="Web-{5335AE48-CCB4-40D8-9B50-D24726911E5D}" dt="2022-12-05T02:09:05.500" v="93" actId="20577"/>
        <pc:sldMkLst>
          <pc:docMk/>
          <pc:sldMk cId="315236803" sldId="261"/>
        </pc:sldMkLst>
        <pc:spChg chg="mod">
          <ac:chgData name="Nguyen, Tram Anh" userId="S::anguyen6@una.edu::bfb3b3ff-9d66-47fa-a8a1-aade41fb63d4" providerId="AD" clId="Web-{5335AE48-CCB4-40D8-9B50-D24726911E5D}" dt="2022-12-05T02:09:05.500" v="93" actId="20577"/>
          <ac:spMkLst>
            <pc:docMk/>
            <pc:sldMk cId="315236803" sldId="261"/>
            <ac:spMk id="2" creationId="{BC83B6A6-73A8-7194-16A4-EB3A6A62C3C6}"/>
          </ac:spMkLst>
        </pc:spChg>
      </pc:sldChg>
      <pc:sldChg chg="modSp add replId">
        <pc:chgData name="Nguyen, Tram Anh" userId="S::anguyen6@una.edu::bfb3b3ff-9d66-47fa-a8a1-aade41fb63d4" providerId="AD" clId="Web-{5335AE48-CCB4-40D8-9B50-D24726911E5D}" dt="2022-12-05T02:09:20.142" v="97" actId="20577"/>
        <pc:sldMkLst>
          <pc:docMk/>
          <pc:sldMk cId="105666083" sldId="262"/>
        </pc:sldMkLst>
        <pc:spChg chg="mod">
          <ac:chgData name="Nguyen, Tram Anh" userId="S::anguyen6@una.edu::bfb3b3ff-9d66-47fa-a8a1-aade41fb63d4" providerId="AD" clId="Web-{5335AE48-CCB4-40D8-9B50-D24726911E5D}" dt="2022-12-05T02:09:20.142" v="97" actId="20577"/>
          <ac:spMkLst>
            <pc:docMk/>
            <pc:sldMk cId="105666083" sldId="262"/>
            <ac:spMk id="2" creationId="{BC83B6A6-73A8-7194-16A4-EB3A6A62C3C6}"/>
          </ac:spMkLst>
        </pc:spChg>
      </pc:sldChg>
    </pc:docChg>
  </pc:docChgLst>
  <pc:docChgLst>
    <pc:chgData name="Nguyen, Tram Anh" userId="S::anguyen6@una.edu::bfb3b3ff-9d66-47fa-a8a1-aade41fb63d4" providerId="AD" clId="Web-{1366DCA5-5AAD-4701-8A80-14E1103D172D}"/>
    <pc:docChg chg="addSld modSld">
      <pc:chgData name="Nguyen, Tram Anh" userId="S::anguyen6@una.edu::bfb3b3ff-9d66-47fa-a8a1-aade41fb63d4" providerId="AD" clId="Web-{1366DCA5-5AAD-4701-8A80-14E1103D172D}" dt="2022-12-05T02:23:45.540" v="128" actId="14100"/>
      <pc:docMkLst>
        <pc:docMk/>
      </pc:docMkLst>
      <pc:sldChg chg="modSp">
        <pc:chgData name="Nguyen, Tram Anh" userId="S::anguyen6@una.edu::bfb3b3ff-9d66-47fa-a8a1-aade41fb63d4" providerId="AD" clId="Web-{1366DCA5-5AAD-4701-8A80-14E1103D172D}" dt="2022-12-05T02:23:37.977" v="125" actId="14100"/>
        <pc:sldMkLst>
          <pc:docMk/>
          <pc:sldMk cId="161269659" sldId="257"/>
        </pc:sldMkLst>
        <pc:spChg chg="mod">
          <ac:chgData name="Nguyen, Tram Anh" userId="S::anguyen6@una.edu::bfb3b3ff-9d66-47fa-a8a1-aade41fb63d4" providerId="AD" clId="Web-{1366DCA5-5AAD-4701-8A80-14E1103D172D}" dt="2022-12-05T02:22:51.991" v="114" actId="1076"/>
          <ac:spMkLst>
            <pc:docMk/>
            <pc:sldMk cId="161269659" sldId="257"/>
            <ac:spMk id="2" creationId="{BC83B6A6-73A8-7194-16A4-EB3A6A62C3C6}"/>
          </ac:spMkLst>
        </pc:spChg>
        <pc:spChg chg="mod">
          <ac:chgData name="Nguyen, Tram Anh" userId="S::anguyen6@una.edu::bfb3b3ff-9d66-47fa-a8a1-aade41fb63d4" providerId="AD" clId="Web-{1366DCA5-5AAD-4701-8A80-14E1103D172D}" dt="2022-12-05T02:23:37.977" v="125" actId="14100"/>
          <ac:spMkLst>
            <pc:docMk/>
            <pc:sldMk cId="161269659" sldId="257"/>
            <ac:spMk id="5" creationId="{90720806-246E-8FC2-C649-E53E1C753C46}"/>
          </ac:spMkLst>
        </pc:spChg>
      </pc:sldChg>
      <pc:sldChg chg="modSp">
        <pc:chgData name="Nguyen, Tram Anh" userId="S::anguyen6@una.edu::bfb3b3ff-9d66-47fa-a8a1-aade41fb63d4" providerId="AD" clId="Web-{1366DCA5-5AAD-4701-8A80-14E1103D172D}" dt="2022-12-05T02:23:45.540" v="128" actId="14100"/>
        <pc:sldMkLst>
          <pc:docMk/>
          <pc:sldMk cId="3296240306" sldId="258"/>
        </pc:sldMkLst>
        <pc:spChg chg="mod">
          <ac:chgData name="Nguyen, Tram Anh" userId="S::anguyen6@una.edu::bfb3b3ff-9d66-47fa-a8a1-aade41fb63d4" providerId="AD" clId="Web-{1366DCA5-5AAD-4701-8A80-14E1103D172D}" dt="2022-12-05T02:22:47.757" v="113" actId="1076"/>
          <ac:spMkLst>
            <pc:docMk/>
            <pc:sldMk cId="3296240306" sldId="258"/>
            <ac:spMk id="2" creationId="{BC83B6A6-73A8-7194-16A4-EB3A6A62C3C6}"/>
          </ac:spMkLst>
        </pc:spChg>
        <pc:spChg chg="mod">
          <ac:chgData name="Nguyen, Tram Anh" userId="S::anguyen6@una.edu::bfb3b3ff-9d66-47fa-a8a1-aade41fb63d4" providerId="AD" clId="Web-{1366DCA5-5AAD-4701-8A80-14E1103D172D}" dt="2022-12-05T02:23:45.540" v="128" actId="14100"/>
          <ac:spMkLst>
            <pc:docMk/>
            <pc:sldMk cId="3296240306" sldId="258"/>
            <ac:spMk id="5" creationId="{90720806-246E-8FC2-C649-E53E1C753C46}"/>
          </ac:spMkLst>
        </pc:spChg>
      </pc:sldChg>
      <pc:sldChg chg="addSp modSp">
        <pc:chgData name="Nguyen, Tram Anh" userId="S::anguyen6@una.edu::bfb3b3ff-9d66-47fa-a8a1-aade41fb63d4" providerId="AD" clId="Web-{1366DCA5-5AAD-4701-8A80-14E1103D172D}" dt="2022-12-05T02:23:22.586" v="120" actId="14100"/>
        <pc:sldMkLst>
          <pc:docMk/>
          <pc:sldMk cId="3949222293" sldId="259"/>
        </pc:sldMkLst>
        <pc:spChg chg="mod">
          <ac:chgData name="Nguyen, Tram Anh" userId="S::anguyen6@una.edu::bfb3b3ff-9d66-47fa-a8a1-aade41fb63d4" providerId="AD" clId="Web-{1366DCA5-5AAD-4701-8A80-14E1103D172D}" dt="2022-12-05T02:22:36.678" v="110" actId="1076"/>
          <ac:spMkLst>
            <pc:docMk/>
            <pc:sldMk cId="3949222293" sldId="259"/>
            <ac:spMk id="2" creationId="{BC83B6A6-73A8-7194-16A4-EB3A6A62C3C6}"/>
          </ac:spMkLst>
        </pc:spChg>
        <pc:spChg chg="mod">
          <ac:chgData name="Nguyen, Tram Anh" userId="S::anguyen6@una.edu::bfb3b3ff-9d66-47fa-a8a1-aade41fb63d4" providerId="AD" clId="Web-{1366DCA5-5AAD-4701-8A80-14E1103D172D}" dt="2022-12-05T02:22:40.804" v="111" actId="1076"/>
          <ac:spMkLst>
            <pc:docMk/>
            <pc:sldMk cId="3949222293" sldId="259"/>
            <ac:spMk id="5" creationId="{90720806-246E-8FC2-C649-E53E1C753C46}"/>
          </ac:spMkLst>
        </pc:spChg>
        <pc:picChg chg="add mod">
          <ac:chgData name="Nguyen, Tram Anh" userId="S::anguyen6@una.edu::bfb3b3ff-9d66-47fa-a8a1-aade41fb63d4" providerId="AD" clId="Web-{1366DCA5-5AAD-4701-8A80-14E1103D172D}" dt="2022-12-05T02:22:42.975" v="112" actId="14100"/>
          <ac:picMkLst>
            <pc:docMk/>
            <pc:sldMk cId="3949222293" sldId="259"/>
            <ac:picMk id="3" creationId="{66C68839-9B7D-12D3-A59B-AA61AD29D4F1}"/>
          </ac:picMkLst>
        </pc:picChg>
        <pc:picChg chg="add mod">
          <ac:chgData name="Nguyen, Tram Anh" userId="S::anguyen6@una.edu::bfb3b3ff-9d66-47fa-a8a1-aade41fb63d4" providerId="AD" clId="Web-{1366DCA5-5AAD-4701-8A80-14E1103D172D}" dt="2022-12-05T02:23:22.586" v="120" actId="14100"/>
          <ac:picMkLst>
            <pc:docMk/>
            <pc:sldMk cId="3949222293" sldId="259"/>
            <ac:picMk id="4" creationId="{1EACE54E-6B9B-8113-2DA0-59C6B82DBAF3}"/>
          </ac:picMkLst>
        </pc:picChg>
      </pc:sldChg>
      <pc:sldChg chg="modSp">
        <pc:chgData name="Nguyen, Tram Anh" userId="S::anguyen6@una.edu::bfb3b3ff-9d66-47fa-a8a1-aade41fb63d4" providerId="AD" clId="Web-{1366DCA5-5AAD-4701-8A80-14E1103D172D}" dt="2022-12-05T02:22:59.617" v="115" actId="1076"/>
        <pc:sldMkLst>
          <pc:docMk/>
          <pc:sldMk cId="933698295" sldId="260"/>
        </pc:sldMkLst>
        <pc:spChg chg="mod">
          <ac:chgData name="Nguyen, Tram Anh" userId="S::anguyen6@una.edu::bfb3b3ff-9d66-47fa-a8a1-aade41fb63d4" providerId="AD" clId="Web-{1366DCA5-5AAD-4701-8A80-14E1103D172D}" dt="2022-12-05T02:22:59.617" v="115" actId="1076"/>
          <ac:spMkLst>
            <pc:docMk/>
            <pc:sldMk cId="933698295" sldId="260"/>
            <ac:spMk id="2" creationId="{BC83B6A6-73A8-7194-16A4-EB3A6A62C3C6}"/>
          </ac:spMkLst>
        </pc:spChg>
      </pc:sldChg>
      <pc:sldChg chg="modSp">
        <pc:chgData name="Nguyen, Tram Anh" userId="S::anguyen6@una.edu::bfb3b3ff-9d66-47fa-a8a1-aade41fb63d4" providerId="AD" clId="Web-{1366DCA5-5AAD-4701-8A80-14E1103D172D}" dt="2022-12-05T02:23:03.929" v="116" actId="1076"/>
        <pc:sldMkLst>
          <pc:docMk/>
          <pc:sldMk cId="315236803" sldId="261"/>
        </pc:sldMkLst>
        <pc:spChg chg="mod">
          <ac:chgData name="Nguyen, Tram Anh" userId="S::anguyen6@una.edu::bfb3b3ff-9d66-47fa-a8a1-aade41fb63d4" providerId="AD" clId="Web-{1366DCA5-5AAD-4701-8A80-14E1103D172D}" dt="2022-12-05T02:23:03.929" v="116" actId="1076"/>
          <ac:spMkLst>
            <pc:docMk/>
            <pc:sldMk cId="315236803" sldId="261"/>
            <ac:spMk id="2" creationId="{BC83B6A6-73A8-7194-16A4-EB3A6A62C3C6}"/>
          </ac:spMkLst>
        </pc:spChg>
      </pc:sldChg>
      <pc:sldChg chg="modSp">
        <pc:chgData name="Nguyen, Tram Anh" userId="S::anguyen6@una.edu::bfb3b3ff-9d66-47fa-a8a1-aade41fb63d4" providerId="AD" clId="Web-{1366DCA5-5AAD-4701-8A80-14E1103D172D}" dt="2022-12-05T02:23:08.460" v="117" actId="1076"/>
        <pc:sldMkLst>
          <pc:docMk/>
          <pc:sldMk cId="105666083" sldId="262"/>
        </pc:sldMkLst>
        <pc:spChg chg="mod">
          <ac:chgData name="Nguyen, Tram Anh" userId="S::anguyen6@una.edu::bfb3b3ff-9d66-47fa-a8a1-aade41fb63d4" providerId="AD" clId="Web-{1366DCA5-5AAD-4701-8A80-14E1103D172D}" dt="2022-12-05T02:23:08.460" v="117" actId="1076"/>
          <ac:spMkLst>
            <pc:docMk/>
            <pc:sldMk cId="105666083" sldId="262"/>
            <ac:spMk id="2" creationId="{BC83B6A6-73A8-7194-16A4-EB3A6A62C3C6}"/>
          </ac:spMkLst>
        </pc:spChg>
      </pc:sldChg>
      <pc:sldChg chg="addSp delSp modSp new">
        <pc:chgData name="Nguyen, Tram Anh" userId="S::anguyen6@una.edu::bfb3b3ff-9d66-47fa-a8a1-aade41fb63d4" providerId="AD" clId="Web-{1366DCA5-5AAD-4701-8A80-14E1103D172D}" dt="2022-12-05T02:20:25.845" v="59" actId="1076"/>
        <pc:sldMkLst>
          <pc:docMk/>
          <pc:sldMk cId="3203715484" sldId="263"/>
        </pc:sldMkLst>
        <pc:spChg chg="del">
          <ac:chgData name="Nguyen, Tram Anh" userId="S::anguyen6@una.edu::bfb3b3ff-9d66-47fa-a8a1-aade41fb63d4" providerId="AD" clId="Web-{1366DCA5-5AAD-4701-8A80-14E1103D172D}" dt="2022-12-05T02:15:56.129" v="1"/>
          <ac:spMkLst>
            <pc:docMk/>
            <pc:sldMk cId="3203715484" sldId="263"/>
            <ac:spMk id="2" creationId="{630CB8AF-0AA9-032E-747F-61DE04E2A10C}"/>
          </ac:spMkLst>
        </pc:spChg>
        <pc:spChg chg="del">
          <ac:chgData name="Nguyen, Tram Anh" userId="S::anguyen6@una.edu::bfb3b3ff-9d66-47fa-a8a1-aade41fb63d4" providerId="AD" clId="Web-{1366DCA5-5AAD-4701-8A80-14E1103D172D}" dt="2022-12-05T02:15:58.458" v="2"/>
          <ac:spMkLst>
            <pc:docMk/>
            <pc:sldMk cId="3203715484" sldId="263"/>
            <ac:spMk id="3" creationId="{64955951-6E23-3EA7-D0D6-BC3E064A25AB}"/>
          </ac:spMkLst>
        </pc:spChg>
        <pc:spChg chg="add mod">
          <ac:chgData name="Nguyen, Tram Anh" userId="S::anguyen6@una.edu::bfb3b3ff-9d66-47fa-a8a1-aade41fb63d4" providerId="AD" clId="Web-{1366DCA5-5AAD-4701-8A80-14E1103D172D}" dt="2022-12-05T02:20:20.063" v="57" actId="1076"/>
          <ac:spMkLst>
            <pc:docMk/>
            <pc:sldMk cId="3203715484" sldId="263"/>
            <ac:spMk id="5" creationId="{0EAA4EC0-2B18-4FDD-F4A7-9DED9396BE5E}"/>
          </ac:spMkLst>
        </pc:spChg>
        <pc:spChg chg="add mod">
          <ac:chgData name="Nguyen, Tram Anh" userId="S::anguyen6@una.edu::bfb3b3ff-9d66-47fa-a8a1-aade41fb63d4" providerId="AD" clId="Web-{1366DCA5-5AAD-4701-8A80-14E1103D172D}" dt="2022-12-05T02:20:25.845" v="59" actId="1076"/>
          <ac:spMkLst>
            <pc:docMk/>
            <pc:sldMk cId="3203715484" sldId="263"/>
            <ac:spMk id="7" creationId="{55D40D2E-9BAF-F8B0-9434-94035552D339}"/>
          </ac:spMkLst>
        </pc:spChg>
        <pc:cxnChg chg="add mod">
          <ac:chgData name="Nguyen, Tram Anh" userId="S::anguyen6@una.edu::bfb3b3ff-9d66-47fa-a8a1-aade41fb63d4" providerId="AD" clId="Web-{1366DCA5-5AAD-4701-8A80-14E1103D172D}" dt="2022-12-05T02:20:22.829" v="58" actId="1076"/>
          <ac:cxnSpMkLst>
            <pc:docMk/>
            <pc:sldMk cId="3203715484" sldId="263"/>
            <ac:cxnSpMk id="8" creationId="{0647BFC1-5CB2-66E0-ABB4-FE254DF0C8B5}"/>
          </ac:cxnSpMkLst>
        </pc:cxnChg>
        <pc:cxnChg chg="add del mod">
          <ac:chgData name="Nguyen, Tram Anh" userId="S::anguyen6@una.edu::bfb3b3ff-9d66-47fa-a8a1-aade41fb63d4" providerId="AD" clId="Web-{1366DCA5-5AAD-4701-8A80-14E1103D172D}" dt="2022-12-05T02:18:36.665" v="42"/>
          <ac:cxnSpMkLst>
            <pc:docMk/>
            <pc:sldMk cId="3203715484" sldId="263"/>
            <ac:cxnSpMk id="9" creationId="{B5EF46B1-F8D8-5A75-F852-CDE9E63D5428}"/>
          </ac:cxnSpMkLst>
        </pc:cxnChg>
        <pc:cxnChg chg="add del mod">
          <ac:chgData name="Nguyen, Tram Anh" userId="S::anguyen6@una.edu::bfb3b3ff-9d66-47fa-a8a1-aade41fb63d4" providerId="AD" clId="Web-{1366DCA5-5AAD-4701-8A80-14E1103D172D}" dt="2022-12-05T02:18:34.259" v="40"/>
          <ac:cxnSpMkLst>
            <pc:docMk/>
            <pc:sldMk cId="3203715484" sldId="263"/>
            <ac:cxnSpMk id="10" creationId="{B1D5CC44-9707-E7F0-2149-044D46459494}"/>
          </ac:cxnSpMkLst>
        </pc:cxnChg>
      </pc:sldChg>
      <pc:sldChg chg="delSp new">
        <pc:chgData name="Nguyen, Tram Anh" userId="S::anguyen6@una.edu::bfb3b3ff-9d66-47fa-a8a1-aade41fb63d4" providerId="AD" clId="Web-{1366DCA5-5AAD-4701-8A80-14E1103D172D}" dt="2022-12-05T02:23:31.977" v="123"/>
        <pc:sldMkLst>
          <pc:docMk/>
          <pc:sldMk cId="2527135058" sldId="264"/>
        </pc:sldMkLst>
        <pc:spChg chg="del">
          <ac:chgData name="Nguyen, Tram Anh" userId="S::anguyen6@una.edu::bfb3b3ff-9d66-47fa-a8a1-aade41fb63d4" providerId="AD" clId="Web-{1366DCA5-5AAD-4701-8A80-14E1103D172D}" dt="2022-12-05T02:23:31.977" v="123"/>
          <ac:spMkLst>
            <pc:docMk/>
            <pc:sldMk cId="2527135058" sldId="264"/>
            <ac:spMk id="2" creationId="{AD32AFE1-75EF-9FF9-1211-08CD279A96BF}"/>
          </ac:spMkLst>
        </pc:spChg>
        <pc:spChg chg="del">
          <ac:chgData name="Nguyen, Tram Anh" userId="S::anguyen6@una.edu::bfb3b3ff-9d66-47fa-a8a1-aade41fb63d4" providerId="AD" clId="Web-{1366DCA5-5AAD-4701-8A80-14E1103D172D}" dt="2022-12-05T02:23:30.602" v="122"/>
          <ac:spMkLst>
            <pc:docMk/>
            <pc:sldMk cId="2527135058" sldId="264"/>
            <ac:spMk id="3" creationId="{D146BDB4-3762-FB6B-4A35-2F238269DFA7}"/>
          </ac:spMkLst>
        </pc:spChg>
      </pc:sldChg>
    </pc:docChg>
  </pc:docChgLst>
  <pc:docChgLst>
    <pc:chgData name="Nguyen, Tram Anh" userId="S::anguyen6@una.edu::bfb3b3ff-9d66-47fa-a8a1-aade41fb63d4" providerId="AD" clId="Web-{A5313394-37CE-4BA1-B8C6-6560F6DAEB78}"/>
    <pc:docChg chg="addSld delSld modSld">
      <pc:chgData name="Nguyen, Tram Anh" userId="S::anguyen6@una.edu::bfb3b3ff-9d66-47fa-a8a1-aade41fb63d4" providerId="AD" clId="Web-{A5313394-37CE-4BA1-B8C6-6560F6DAEB78}" dt="2022-12-07T03:23:10.427" v="228" actId="1076"/>
      <pc:docMkLst>
        <pc:docMk/>
      </pc:docMkLst>
      <pc:sldChg chg="addSp delSp modSp">
        <pc:chgData name="Nguyen, Tram Anh" userId="S::anguyen6@una.edu::bfb3b3ff-9d66-47fa-a8a1-aade41fb63d4" providerId="AD" clId="Web-{A5313394-37CE-4BA1-B8C6-6560F6DAEB78}" dt="2022-12-07T03:19:15.563" v="170" actId="14100"/>
        <pc:sldMkLst>
          <pc:docMk/>
          <pc:sldMk cId="161269659" sldId="257"/>
        </pc:sldMkLst>
        <pc:spChg chg="add del">
          <ac:chgData name="Nguyen, Tram Anh" userId="S::anguyen6@una.edu::bfb3b3ff-9d66-47fa-a8a1-aade41fb63d4" providerId="AD" clId="Web-{A5313394-37CE-4BA1-B8C6-6560F6DAEB78}" dt="2022-12-07T03:18:42.640" v="164"/>
          <ac:spMkLst>
            <pc:docMk/>
            <pc:sldMk cId="161269659" sldId="257"/>
            <ac:spMk id="4" creationId="{B77BB222-B800-EE3E-B3A6-89100170D41A}"/>
          </ac:spMkLst>
        </pc:spChg>
        <pc:spChg chg="mod">
          <ac:chgData name="Nguyen, Tram Anh" userId="S::anguyen6@una.edu::bfb3b3ff-9d66-47fa-a8a1-aade41fb63d4" providerId="AD" clId="Web-{A5313394-37CE-4BA1-B8C6-6560F6DAEB78}" dt="2022-12-07T03:18:03.921" v="157" actId="20577"/>
          <ac:spMkLst>
            <pc:docMk/>
            <pc:sldMk cId="161269659" sldId="257"/>
            <ac:spMk id="5" creationId="{90720806-246E-8FC2-C649-E53E1C753C46}"/>
          </ac:spMkLst>
        </pc:spChg>
        <pc:spChg chg="add mod ord">
          <ac:chgData name="Nguyen, Tram Anh" userId="S::anguyen6@una.edu::bfb3b3ff-9d66-47fa-a8a1-aade41fb63d4" providerId="AD" clId="Web-{A5313394-37CE-4BA1-B8C6-6560F6DAEB78}" dt="2022-12-07T03:19:15.563" v="170" actId="14100"/>
          <ac:spMkLst>
            <pc:docMk/>
            <pc:sldMk cId="161269659" sldId="257"/>
            <ac:spMk id="7" creationId="{7E1AF327-0B39-0D1F-8DE8-0C08E7990963}"/>
          </ac:spMkLst>
        </pc:spChg>
      </pc:sldChg>
      <pc:sldChg chg="addSp delSp modSp">
        <pc:chgData name="Nguyen, Tram Anh" userId="S::anguyen6@una.edu::bfb3b3ff-9d66-47fa-a8a1-aade41fb63d4" providerId="AD" clId="Web-{A5313394-37CE-4BA1-B8C6-6560F6DAEB78}" dt="2022-12-07T03:21:42.738" v="209" actId="20577"/>
        <pc:sldMkLst>
          <pc:docMk/>
          <pc:sldMk cId="3296240306" sldId="258"/>
        </pc:sldMkLst>
        <pc:spChg chg="add del">
          <ac:chgData name="Nguyen, Tram Anh" userId="S::anguyen6@una.edu::bfb3b3ff-9d66-47fa-a8a1-aade41fb63d4" providerId="AD" clId="Web-{A5313394-37CE-4BA1-B8C6-6560F6DAEB78}" dt="2022-12-07T03:19:25.329" v="172"/>
          <ac:spMkLst>
            <pc:docMk/>
            <pc:sldMk cId="3296240306" sldId="258"/>
            <ac:spMk id="4" creationId="{C5F6A601-9B8E-E814-5950-36D34C4BFD16}"/>
          </ac:spMkLst>
        </pc:spChg>
        <pc:spChg chg="mod">
          <ac:chgData name="Nguyen, Tram Anh" userId="S::anguyen6@una.edu::bfb3b3ff-9d66-47fa-a8a1-aade41fb63d4" providerId="AD" clId="Web-{A5313394-37CE-4BA1-B8C6-6560F6DAEB78}" dt="2022-12-07T03:21:42.738" v="209" actId="20577"/>
          <ac:spMkLst>
            <pc:docMk/>
            <pc:sldMk cId="3296240306" sldId="258"/>
            <ac:spMk id="5" creationId="{90720806-246E-8FC2-C649-E53E1C753C46}"/>
          </ac:spMkLst>
        </pc:spChg>
        <pc:spChg chg="add mod ord">
          <ac:chgData name="Nguyen, Tram Anh" userId="S::anguyen6@una.edu::bfb3b3ff-9d66-47fa-a8a1-aade41fb63d4" providerId="AD" clId="Web-{A5313394-37CE-4BA1-B8C6-6560F6DAEB78}" dt="2022-12-07T03:19:41.079" v="175" actId="14100"/>
          <ac:spMkLst>
            <pc:docMk/>
            <pc:sldMk cId="3296240306" sldId="258"/>
            <ac:spMk id="7" creationId="{99938C6C-6065-13B0-92D6-CCF19017386B}"/>
          </ac:spMkLst>
        </pc:spChg>
      </pc:sldChg>
      <pc:sldChg chg="addSp modSp">
        <pc:chgData name="Nguyen, Tram Anh" userId="S::anguyen6@una.edu::bfb3b3ff-9d66-47fa-a8a1-aade41fb63d4" providerId="AD" clId="Web-{A5313394-37CE-4BA1-B8C6-6560F6DAEB78}" dt="2022-12-07T03:19:49.392" v="177"/>
        <pc:sldMkLst>
          <pc:docMk/>
          <pc:sldMk cId="3949222293" sldId="259"/>
        </pc:sldMkLst>
        <pc:spChg chg="add ord">
          <ac:chgData name="Nguyen, Tram Anh" userId="S::anguyen6@una.edu::bfb3b3ff-9d66-47fa-a8a1-aade41fb63d4" providerId="AD" clId="Web-{A5313394-37CE-4BA1-B8C6-6560F6DAEB78}" dt="2022-12-07T03:19:49.392" v="177"/>
          <ac:spMkLst>
            <pc:docMk/>
            <pc:sldMk cId="3949222293" sldId="259"/>
            <ac:spMk id="7" creationId="{A96A79EA-EE27-E46A-7B62-E1D5936C1563}"/>
          </ac:spMkLst>
        </pc:spChg>
      </pc:sldChg>
      <pc:sldChg chg="addSp modSp">
        <pc:chgData name="Nguyen, Tram Anh" userId="S::anguyen6@una.edu::bfb3b3ff-9d66-47fa-a8a1-aade41fb63d4" providerId="AD" clId="Web-{A5313394-37CE-4BA1-B8C6-6560F6DAEB78}" dt="2022-12-07T03:20:03.220" v="179"/>
        <pc:sldMkLst>
          <pc:docMk/>
          <pc:sldMk cId="933698295" sldId="260"/>
        </pc:sldMkLst>
        <pc:spChg chg="add ord">
          <ac:chgData name="Nguyen, Tram Anh" userId="S::anguyen6@una.edu::bfb3b3ff-9d66-47fa-a8a1-aade41fb63d4" providerId="AD" clId="Web-{A5313394-37CE-4BA1-B8C6-6560F6DAEB78}" dt="2022-12-07T03:20:03.220" v="179"/>
          <ac:spMkLst>
            <pc:docMk/>
            <pc:sldMk cId="933698295" sldId="260"/>
            <ac:spMk id="5" creationId="{E743C91C-A2D8-5ADA-3F12-3BBB6F47CDFD}"/>
          </ac:spMkLst>
        </pc:spChg>
      </pc:sldChg>
      <pc:sldChg chg="addSp modSp">
        <pc:chgData name="Nguyen, Tram Anh" userId="S::anguyen6@una.edu::bfb3b3ff-9d66-47fa-a8a1-aade41fb63d4" providerId="AD" clId="Web-{A5313394-37CE-4BA1-B8C6-6560F6DAEB78}" dt="2022-12-07T03:23:10.427" v="228" actId="1076"/>
        <pc:sldMkLst>
          <pc:docMk/>
          <pc:sldMk cId="105666083" sldId="262"/>
        </pc:sldMkLst>
        <pc:spChg chg="add ord">
          <ac:chgData name="Nguyen, Tram Anh" userId="S::anguyen6@una.edu::bfb3b3ff-9d66-47fa-a8a1-aade41fb63d4" providerId="AD" clId="Web-{A5313394-37CE-4BA1-B8C6-6560F6DAEB78}" dt="2022-12-07T03:20:22.799" v="183"/>
          <ac:spMkLst>
            <pc:docMk/>
            <pc:sldMk cId="105666083" sldId="262"/>
            <ac:spMk id="6" creationId="{542CB73C-5659-BA48-F016-2CFEF4CB989C}"/>
          </ac:spMkLst>
        </pc:spChg>
        <pc:picChg chg="mod">
          <ac:chgData name="Nguyen, Tram Anh" userId="S::anguyen6@una.edu::bfb3b3ff-9d66-47fa-a8a1-aade41fb63d4" providerId="AD" clId="Web-{A5313394-37CE-4BA1-B8C6-6560F6DAEB78}" dt="2022-12-07T03:23:10.380" v="227" actId="1076"/>
          <ac:picMkLst>
            <pc:docMk/>
            <pc:sldMk cId="105666083" sldId="262"/>
            <ac:picMk id="3" creationId="{31520712-A653-F840-BD06-D5D704CC9872}"/>
          </ac:picMkLst>
        </pc:picChg>
        <pc:picChg chg="mod">
          <ac:chgData name="Nguyen, Tram Anh" userId="S::anguyen6@una.edu::bfb3b3ff-9d66-47fa-a8a1-aade41fb63d4" providerId="AD" clId="Web-{A5313394-37CE-4BA1-B8C6-6560F6DAEB78}" dt="2022-12-07T03:23:10.427" v="228" actId="1076"/>
          <ac:picMkLst>
            <pc:docMk/>
            <pc:sldMk cId="105666083" sldId="262"/>
            <ac:picMk id="4" creationId="{CD9F35A2-692E-29EB-A3FF-ABFD031ED9DA}"/>
          </ac:picMkLst>
        </pc:picChg>
      </pc:sldChg>
      <pc:sldChg chg="addSp delSp modSp">
        <pc:chgData name="Nguyen, Tram Anh" userId="S::anguyen6@una.edu::bfb3b3ff-9d66-47fa-a8a1-aade41fb63d4" providerId="AD" clId="Web-{A5313394-37CE-4BA1-B8C6-6560F6DAEB78}" dt="2022-12-07T03:18:33.703" v="162" actId="14100"/>
        <pc:sldMkLst>
          <pc:docMk/>
          <pc:sldMk cId="3203715484" sldId="263"/>
        </pc:sldMkLst>
        <pc:spChg chg="add del">
          <ac:chgData name="Nguyen, Tram Anh" userId="S::anguyen6@una.edu::bfb3b3ff-9d66-47fa-a8a1-aade41fb63d4" providerId="AD" clId="Web-{A5313394-37CE-4BA1-B8C6-6560F6DAEB78}" dt="2022-12-07T03:17:51.639" v="83"/>
          <ac:spMkLst>
            <pc:docMk/>
            <pc:sldMk cId="3203715484" sldId="263"/>
            <ac:spMk id="3" creationId="{FD4B7EDC-50A1-D963-C841-BD62CF7482B0}"/>
          </ac:spMkLst>
        </pc:spChg>
        <pc:spChg chg="add mod ord">
          <ac:chgData name="Nguyen, Tram Anh" userId="S::anguyen6@una.edu::bfb3b3ff-9d66-47fa-a8a1-aade41fb63d4" providerId="AD" clId="Web-{A5313394-37CE-4BA1-B8C6-6560F6DAEB78}" dt="2022-12-07T03:18:33.703" v="162" actId="14100"/>
          <ac:spMkLst>
            <pc:docMk/>
            <pc:sldMk cId="3203715484" sldId="263"/>
            <ac:spMk id="6" creationId="{52BE0103-F028-B8AD-D928-2F54A3E7AD68}"/>
          </ac:spMkLst>
        </pc:spChg>
      </pc:sldChg>
      <pc:sldChg chg="addSp modSp">
        <pc:chgData name="Nguyen, Tram Anh" userId="S::anguyen6@una.edu::bfb3b3ff-9d66-47fa-a8a1-aade41fb63d4" providerId="AD" clId="Web-{A5313394-37CE-4BA1-B8C6-6560F6DAEB78}" dt="2022-12-07T03:20:15.814" v="181"/>
        <pc:sldMkLst>
          <pc:docMk/>
          <pc:sldMk cId="1476752278" sldId="265"/>
        </pc:sldMkLst>
        <pc:spChg chg="add ord">
          <ac:chgData name="Nguyen, Tram Anh" userId="S::anguyen6@una.edu::bfb3b3ff-9d66-47fa-a8a1-aade41fb63d4" providerId="AD" clId="Web-{A5313394-37CE-4BA1-B8C6-6560F6DAEB78}" dt="2022-12-07T03:20:15.814" v="181"/>
          <ac:spMkLst>
            <pc:docMk/>
            <pc:sldMk cId="1476752278" sldId="265"/>
            <ac:spMk id="4" creationId="{2777D96A-4C74-9F5F-B31D-1A170E1BE95A}"/>
          </ac:spMkLst>
        </pc:spChg>
      </pc:sldChg>
      <pc:sldChg chg="add del replId">
        <pc:chgData name="Nguyen, Tram Anh" userId="S::anguyen6@una.edu::bfb3b3ff-9d66-47fa-a8a1-aade41fb63d4" providerId="AD" clId="Web-{A5313394-37CE-4BA1-B8C6-6560F6DAEB78}" dt="2022-12-07T03:16:07.325" v="44"/>
        <pc:sldMkLst>
          <pc:docMk/>
          <pc:sldMk cId="1353894846" sldId="273"/>
        </pc:sldMkLst>
      </pc:sldChg>
      <pc:sldChg chg="modSp add replId">
        <pc:chgData name="Nguyen, Tram Anh" userId="S::anguyen6@una.edu::bfb3b3ff-9d66-47fa-a8a1-aade41fb63d4" providerId="AD" clId="Web-{A5313394-37CE-4BA1-B8C6-6560F6DAEB78}" dt="2022-12-07T03:22:25.458" v="224" actId="1076"/>
        <pc:sldMkLst>
          <pc:docMk/>
          <pc:sldMk cId="3794489521" sldId="273"/>
        </pc:sldMkLst>
        <pc:spChg chg="mod">
          <ac:chgData name="Nguyen, Tram Anh" userId="S::anguyen6@una.edu::bfb3b3ff-9d66-47fa-a8a1-aade41fb63d4" providerId="AD" clId="Web-{A5313394-37CE-4BA1-B8C6-6560F6DAEB78}" dt="2022-12-07T03:22:25.458" v="224" actId="1076"/>
          <ac:spMkLst>
            <pc:docMk/>
            <pc:sldMk cId="3794489521" sldId="273"/>
            <ac:spMk id="5" creationId="{90720806-246E-8FC2-C649-E53E1C753C46}"/>
          </ac:spMkLst>
        </pc:spChg>
      </pc:sldChg>
    </pc:docChg>
  </pc:docChgLst>
  <pc:docChgLst>
    <pc:chgData name="Nguyen, Tram Anh" userId="S::anguyen6@una.edu::bfb3b3ff-9d66-47fa-a8a1-aade41fb63d4" providerId="AD" clId="Web-{4EA97F08-B782-4BDC-8372-533D11AE0613}"/>
    <pc:docChg chg="addSld delSld modSld addMainMaster delMainMaster">
      <pc:chgData name="Nguyen, Tram Anh" userId="S::anguyen6@una.edu::bfb3b3ff-9d66-47fa-a8a1-aade41fb63d4" providerId="AD" clId="Web-{4EA97F08-B782-4BDC-8372-533D11AE0613}" dt="2022-12-05T03:04:24.201" v="566" actId="14100"/>
      <pc:docMkLst>
        <pc:docMk/>
      </pc:docMkLst>
      <pc:sldChg chg="modSp mod modClrScheme chgLayout">
        <pc:chgData name="Nguyen, Tram Anh" userId="S::anguyen6@una.edu::bfb3b3ff-9d66-47fa-a8a1-aade41fb63d4" providerId="AD" clId="Web-{4EA97F08-B782-4BDC-8372-533D11AE0613}" dt="2022-12-05T03:01:34.256" v="565"/>
        <pc:sldMkLst>
          <pc:docMk/>
          <pc:sldMk cId="1644635079" sldId="256"/>
        </pc:sldMkLst>
        <pc:spChg chg="mod">
          <ac:chgData name="Nguyen, Tram Anh" userId="S::anguyen6@una.edu::bfb3b3ff-9d66-47fa-a8a1-aade41fb63d4" providerId="AD" clId="Web-{4EA97F08-B782-4BDC-8372-533D11AE0613}" dt="2022-12-05T03:01:34.256" v="565"/>
          <ac:spMkLst>
            <pc:docMk/>
            <pc:sldMk cId="1644635079" sldId="256"/>
            <ac:spMk id="4" creationId="{A10FC74A-BB52-8F5D-40A2-A721821FE2B2}"/>
          </ac:spMkLst>
        </pc:spChg>
        <pc:spChg chg="mod">
          <ac:chgData name="Nguyen, Tram Anh" userId="S::anguyen6@una.edu::bfb3b3ff-9d66-47fa-a8a1-aade41fb63d4" providerId="AD" clId="Web-{4EA97F08-B782-4BDC-8372-533D11AE0613}" dt="2022-12-05T02:38:17.180" v="5" actId="1076"/>
          <ac:spMkLst>
            <pc:docMk/>
            <pc:sldMk cId="1644635079" sldId="256"/>
            <ac:spMk id="5" creationId="{9EEB4FAC-E08A-D4DC-9827-CC79BD6D7E6A}"/>
          </ac:spMkLst>
        </pc:spChg>
      </pc:sldChg>
      <pc:sldChg chg="modSp mod modClrScheme chgLayout">
        <pc:chgData name="Nguyen, Tram Anh" userId="S::anguyen6@una.edu::bfb3b3ff-9d66-47fa-a8a1-aade41fb63d4" providerId="AD" clId="Web-{4EA97F08-B782-4BDC-8372-533D11AE0613}" dt="2022-12-05T02:39:58.091" v="31"/>
        <pc:sldMkLst>
          <pc:docMk/>
          <pc:sldMk cId="161269659" sldId="257"/>
        </pc:sldMkLst>
        <pc:spChg chg="mod ord">
          <ac:chgData name="Nguyen, Tram Anh" userId="S::anguyen6@una.edu::bfb3b3ff-9d66-47fa-a8a1-aade41fb63d4" providerId="AD" clId="Web-{4EA97F08-B782-4BDC-8372-533D11AE0613}" dt="2022-12-05T02:39:58.091" v="31"/>
          <ac:spMkLst>
            <pc:docMk/>
            <pc:sldMk cId="161269659" sldId="257"/>
            <ac:spMk id="2" creationId="{BC83B6A6-73A8-7194-16A4-EB3A6A62C3C6}"/>
          </ac:spMkLst>
        </pc:spChg>
      </pc:sldChg>
      <pc:sldChg chg="modSp mod modClrScheme chgLayout">
        <pc:chgData name="Nguyen, Tram Anh" userId="S::anguyen6@una.edu::bfb3b3ff-9d66-47fa-a8a1-aade41fb63d4" providerId="AD" clId="Web-{4EA97F08-B782-4BDC-8372-533D11AE0613}" dt="2022-12-05T03:04:24.201" v="566" actId="14100"/>
        <pc:sldMkLst>
          <pc:docMk/>
          <pc:sldMk cId="3296240306" sldId="258"/>
        </pc:sldMkLst>
        <pc:spChg chg="mod ord">
          <ac:chgData name="Nguyen, Tram Anh" userId="S::anguyen6@una.edu::bfb3b3ff-9d66-47fa-a8a1-aade41fb63d4" providerId="AD" clId="Web-{4EA97F08-B782-4BDC-8372-533D11AE0613}" dt="2022-12-05T03:04:24.201" v="566" actId="14100"/>
          <ac:spMkLst>
            <pc:docMk/>
            <pc:sldMk cId="3296240306" sldId="258"/>
            <ac:spMk id="2" creationId="{BC83B6A6-73A8-7194-16A4-EB3A6A62C3C6}"/>
          </ac:spMkLst>
        </pc:spChg>
      </pc:sldChg>
      <pc:sldChg chg="modSp mod modClrScheme chgLayout">
        <pc:chgData name="Nguyen, Tram Anh" userId="S::anguyen6@una.edu::bfb3b3ff-9d66-47fa-a8a1-aade41fb63d4" providerId="AD" clId="Web-{4EA97F08-B782-4BDC-8372-533D11AE0613}" dt="2022-12-05T02:39:58.091" v="31"/>
        <pc:sldMkLst>
          <pc:docMk/>
          <pc:sldMk cId="3949222293" sldId="259"/>
        </pc:sldMkLst>
        <pc:spChg chg="mod ord">
          <ac:chgData name="Nguyen, Tram Anh" userId="S::anguyen6@una.edu::bfb3b3ff-9d66-47fa-a8a1-aade41fb63d4" providerId="AD" clId="Web-{4EA97F08-B782-4BDC-8372-533D11AE0613}" dt="2022-12-05T02:39:58.091" v="31"/>
          <ac:spMkLst>
            <pc:docMk/>
            <pc:sldMk cId="3949222293" sldId="259"/>
            <ac:spMk id="2" creationId="{BC83B6A6-73A8-7194-16A4-EB3A6A62C3C6}"/>
          </ac:spMkLst>
        </pc:spChg>
      </pc:sldChg>
      <pc:sldChg chg="addSp delSp modSp mod modClrScheme chgLayout">
        <pc:chgData name="Nguyen, Tram Anh" userId="S::anguyen6@una.edu::bfb3b3ff-9d66-47fa-a8a1-aade41fb63d4" providerId="AD" clId="Web-{4EA97F08-B782-4BDC-8372-533D11AE0613}" dt="2022-12-05T02:46:55.327" v="200" actId="14100"/>
        <pc:sldMkLst>
          <pc:docMk/>
          <pc:sldMk cId="933698295" sldId="260"/>
        </pc:sldMkLst>
        <pc:spChg chg="mod ord">
          <ac:chgData name="Nguyen, Tram Anh" userId="S::anguyen6@una.edu::bfb3b3ff-9d66-47fa-a8a1-aade41fb63d4" providerId="AD" clId="Web-{4EA97F08-B782-4BDC-8372-533D11AE0613}" dt="2022-12-05T02:39:58.091" v="31"/>
          <ac:spMkLst>
            <pc:docMk/>
            <pc:sldMk cId="933698295" sldId="260"/>
            <ac:spMk id="2" creationId="{BC83B6A6-73A8-7194-16A4-EB3A6A62C3C6}"/>
          </ac:spMkLst>
        </pc:spChg>
        <pc:spChg chg="add mod ord">
          <ac:chgData name="Nguyen, Tram Anh" userId="S::anguyen6@una.edu::bfb3b3ff-9d66-47fa-a8a1-aade41fb63d4" providerId="AD" clId="Web-{4EA97F08-B782-4BDC-8372-533D11AE0613}" dt="2022-12-05T02:46:55.327" v="200" actId="14100"/>
          <ac:spMkLst>
            <pc:docMk/>
            <pc:sldMk cId="933698295" sldId="260"/>
            <ac:spMk id="4" creationId="{094A4BAD-3B7D-2315-2DEE-A7303416635B}"/>
          </ac:spMkLst>
        </pc:spChg>
        <pc:spChg chg="del mod">
          <ac:chgData name="Nguyen, Tram Anh" userId="S::anguyen6@una.edu::bfb3b3ff-9d66-47fa-a8a1-aade41fb63d4" providerId="AD" clId="Web-{4EA97F08-B782-4BDC-8372-533D11AE0613}" dt="2022-12-05T02:39:16.933" v="24"/>
          <ac:spMkLst>
            <pc:docMk/>
            <pc:sldMk cId="933698295" sldId="260"/>
            <ac:spMk id="5" creationId="{90720806-246E-8FC2-C649-E53E1C753C46}"/>
          </ac:spMkLst>
        </pc:spChg>
        <pc:spChg chg="mod">
          <ac:chgData name="Nguyen, Tram Anh" userId="S::anguyen6@una.edu::bfb3b3ff-9d66-47fa-a8a1-aade41fb63d4" providerId="AD" clId="Web-{4EA97F08-B782-4BDC-8372-533D11AE0613}" dt="2022-12-05T02:39:25.995" v="25" actId="1076"/>
          <ac:spMkLst>
            <pc:docMk/>
            <pc:sldMk cId="933698295" sldId="260"/>
            <ac:spMk id="14" creationId="{52A5B85B-8643-7082-83E9-AC81D9E6F50E}"/>
          </ac:spMkLst>
        </pc:spChg>
        <pc:spChg chg="mod">
          <ac:chgData name="Nguyen, Tram Anh" userId="S::anguyen6@una.edu::bfb3b3ff-9d66-47fa-a8a1-aade41fb63d4" providerId="AD" clId="Web-{4EA97F08-B782-4BDC-8372-533D11AE0613}" dt="2022-12-05T02:39:26.074" v="28" actId="1076"/>
          <ac:spMkLst>
            <pc:docMk/>
            <pc:sldMk cId="933698295" sldId="260"/>
            <ac:spMk id="17" creationId="{4343FE4B-FCAE-3C29-DFEE-9B4A4DA50B17}"/>
          </ac:spMkLst>
        </pc:spChg>
        <pc:picChg chg="mod">
          <ac:chgData name="Nguyen, Tram Anh" userId="S::anguyen6@una.edu::bfb3b3ff-9d66-47fa-a8a1-aade41fb63d4" providerId="AD" clId="Web-{4EA97F08-B782-4BDC-8372-533D11AE0613}" dt="2022-12-05T02:39:26.027" v="26" actId="1076"/>
          <ac:picMkLst>
            <pc:docMk/>
            <pc:sldMk cId="933698295" sldId="260"/>
            <ac:picMk id="15" creationId="{42AF16D0-7B75-A62E-9071-FC94BF79F2EB}"/>
          </ac:picMkLst>
        </pc:picChg>
        <pc:picChg chg="mod">
          <ac:chgData name="Nguyen, Tram Anh" userId="S::anguyen6@una.edu::bfb3b3ff-9d66-47fa-a8a1-aade41fb63d4" providerId="AD" clId="Web-{4EA97F08-B782-4BDC-8372-533D11AE0613}" dt="2022-12-05T02:39:26.074" v="27" actId="1076"/>
          <ac:picMkLst>
            <pc:docMk/>
            <pc:sldMk cId="933698295" sldId="260"/>
            <ac:picMk id="16" creationId="{84D3FEE8-52D7-67C4-1104-FAF4281C9167}"/>
          </ac:picMkLst>
        </pc:picChg>
        <pc:cxnChg chg="mod">
          <ac:chgData name="Nguyen, Tram Anh" userId="S::anguyen6@una.edu::bfb3b3ff-9d66-47fa-a8a1-aade41fb63d4" providerId="AD" clId="Web-{4EA97F08-B782-4BDC-8372-533D11AE0613}" dt="2022-12-05T02:39:26.089" v="29" actId="1076"/>
          <ac:cxnSpMkLst>
            <pc:docMk/>
            <pc:sldMk cId="933698295" sldId="260"/>
            <ac:cxnSpMk id="18" creationId="{6E9C51A0-8E02-1C1D-702B-D15B95C00A52}"/>
          </ac:cxnSpMkLst>
        </pc:cxnChg>
      </pc:sldChg>
      <pc:sldChg chg="addSp delSp modSp mod modClrScheme chgLayout">
        <pc:chgData name="Nguyen, Tram Anh" userId="S::anguyen6@una.edu::bfb3b3ff-9d66-47fa-a8a1-aade41fb63d4" providerId="AD" clId="Web-{4EA97F08-B782-4BDC-8372-533D11AE0613}" dt="2022-12-05T02:47:02.625" v="201" actId="14100"/>
        <pc:sldMkLst>
          <pc:docMk/>
          <pc:sldMk cId="315236803" sldId="261"/>
        </pc:sldMkLst>
        <pc:spChg chg="del mod ord">
          <ac:chgData name="Nguyen, Tram Anh" userId="S::anguyen6@una.edu::bfb3b3ff-9d66-47fa-a8a1-aade41fb63d4" providerId="AD" clId="Web-{4EA97F08-B782-4BDC-8372-533D11AE0613}" dt="2022-12-05T02:42:26.503" v="61"/>
          <ac:spMkLst>
            <pc:docMk/>
            <pc:sldMk cId="315236803" sldId="261"/>
            <ac:spMk id="2" creationId="{BC83B6A6-73A8-7194-16A4-EB3A6A62C3C6}"/>
          </ac:spMkLst>
        </pc:spChg>
        <pc:spChg chg="add del mod">
          <ac:chgData name="Nguyen, Tram Anh" userId="S::anguyen6@una.edu::bfb3b3ff-9d66-47fa-a8a1-aade41fb63d4" providerId="AD" clId="Web-{4EA97F08-B782-4BDC-8372-533D11AE0613}" dt="2022-12-05T02:42:29.644" v="62"/>
          <ac:spMkLst>
            <pc:docMk/>
            <pc:sldMk cId="315236803" sldId="261"/>
            <ac:spMk id="4" creationId="{575C3F1D-A91B-6A4C-06A7-D0EE31AAC0F5}"/>
          </ac:spMkLst>
        </pc:spChg>
        <pc:spChg chg="del">
          <ac:chgData name="Nguyen, Tram Anh" userId="S::anguyen6@una.edu::bfb3b3ff-9d66-47fa-a8a1-aade41fb63d4" providerId="AD" clId="Web-{4EA97F08-B782-4BDC-8372-533D11AE0613}" dt="2022-12-05T02:42:24.488" v="60"/>
          <ac:spMkLst>
            <pc:docMk/>
            <pc:sldMk cId="315236803" sldId="261"/>
            <ac:spMk id="5" creationId="{90720806-246E-8FC2-C649-E53E1C753C46}"/>
          </ac:spMkLst>
        </pc:spChg>
        <pc:spChg chg="add mod">
          <ac:chgData name="Nguyen, Tram Anh" userId="S::anguyen6@una.edu::bfb3b3ff-9d66-47fa-a8a1-aade41fb63d4" providerId="AD" clId="Web-{4EA97F08-B782-4BDC-8372-533D11AE0613}" dt="2022-12-05T02:43:30.412" v="92" actId="20577"/>
          <ac:spMkLst>
            <pc:docMk/>
            <pc:sldMk cId="315236803" sldId="261"/>
            <ac:spMk id="7" creationId="{BB6B295E-434D-C053-9DC6-0F90870F8764}"/>
          </ac:spMkLst>
        </pc:spChg>
        <pc:spChg chg="add mod">
          <ac:chgData name="Nguyen, Tram Anh" userId="S::anguyen6@una.edu::bfb3b3ff-9d66-47fa-a8a1-aade41fb63d4" providerId="AD" clId="Web-{4EA97F08-B782-4BDC-8372-533D11AE0613}" dt="2022-12-05T02:43:12.287" v="80" actId="1076"/>
          <ac:spMkLst>
            <pc:docMk/>
            <pc:sldMk cId="315236803" sldId="261"/>
            <ac:spMk id="9" creationId="{AD16A53B-4AEA-DA72-66F6-418796B0751A}"/>
          </ac:spMkLst>
        </pc:spChg>
        <pc:spChg chg="add mod ord">
          <ac:chgData name="Nguyen, Tram Anh" userId="S::anguyen6@una.edu::bfb3b3ff-9d66-47fa-a8a1-aade41fb63d4" providerId="AD" clId="Web-{4EA97F08-B782-4BDC-8372-533D11AE0613}" dt="2022-12-05T02:47:02.625" v="201" actId="14100"/>
          <ac:spMkLst>
            <pc:docMk/>
            <pc:sldMk cId="315236803" sldId="261"/>
            <ac:spMk id="14" creationId="{92327378-1F75-85A5-D0BD-C290CCA6FF44}"/>
          </ac:spMkLst>
        </pc:spChg>
        <pc:picChg chg="add mod">
          <ac:chgData name="Nguyen, Tram Anh" userId="S::anguyen6@una.edu::bfb3b3ff-9d66-47fa-a8a1-aade41fb63d4" providerId="AD" clId="Web-{4EA97F08-B782-4BDC-8372-533D11AE0613}" dt="2022-12-05T02:43:12.240" v="77" actId="1076"/>
          <ac:picMkLst>
            <pc:docMk/>
            <pc:sldMk cId="315236803" sldId="261"/>
            <ac:picMk id="6" creationId="{C1754FA3-FF1D-3DC0-933A-2AF9A54A6B33}"/>
          </ac:picMkLst>
        </pc:picChg>
        <pc:picChg chg="add mod">
          <ac:chgData name="Nguyen, Tram Anh" userId="S::anguyen6@una.edu::bfb3b3ff-9d66-47fa-a8a1-aade41fb63d4" providerId="AD" clId="Web-{4EA97F08-B782-4BDC-8372-533D11AE0613}" dt="2022-12-05T02:43:12.271" v="79" actId="1076"/>
          <ac:picMkLst>
            <pc:docMk/>
            <pc:sldMk cId="315236803" sldId="261"/>
            <ac:picMk id="8" creationId="{1EEE9189-25E1-3EC8-5BDB-BC3804C5DAA0}"/>
          </ac:picMkLst>
        </pc:picChg>
        <pc:cxnChg chg="add mod">
          <ac:chgData name="Nguyen, Tram Anh" userId="S::anguyen6@una.edu::bfb3b3ff-9d66-47fa-a8a1-aade41fb63d4" providerId="AD" clId="Web-{4EA97F08-B782-4BDC-8372-533D11AE0613}" dt="2022-12-05T02:43:12.287" v="81" actId="1076"/>
          <ac:cxnSpMkLst>
            <pc:docMk/>
            <pc:sldMk cId="315236803" sldId="261"/>
            <ac:cxnSpMk id="10" creationId="{E6E9B240-275E-5A3F-7461-BBE020A19455}"/>
          </ac:cxnSpMkLst>
        </pc:cxnChg>
        <pc:cxnChg chg="add mod">
          <ac:chgData name="Nguyen, Tram Anh" userId="S::anguyen6@una.edu::bfb3b3ff-9d66-47fa-a8a1-aade41fb63d4" providerId="AD" clId="Web-{4EA97F08-B782-4BDC-8372-533D11AE0613}" dt="2022-12-05T02:43:12.287" v="82" actId="1076"/>
          <ac:cxnSpMkLst>
            <pc:docMk/>
            <pc:sldMk cId="315236803" sldId="261"/>
            <ac:cxnSpMk id="11" creationId="{DB1DF25B-9DBF-446A-01FA-B574C83C5AE3}"/>
          </ac:cxnSpMkLst>
        </pc:cxnChg>
        <pc:cxnChg chg="add mod">
          <ac:chgData name="Nguyen, Tram Anh" userId="S::anguyen6@una.edu::bfb3b3ff-9d66-47fa-a8a1-aade41fb63d4" providerId="AD" clId="Web-{4EA97F08-B782-4BDC-8372-533D11AE0613}" dt="2022-12-05T02:43:12.287" v="83" actId="1076"/>
          <ac:cxnSpMkLst>
            <pc:docMk/>
            <pc:sldMk cId="315236803" sldId="261"/>
            <ac:cxnSpMk id="12" creationId="{3EDF9E40-148A-BE65-08D6-EE2C3F82A962}"/>
          </ac:cxnSpMkLst>
        </pc:cxnChg>
      </pc:sldChg>
      <pc:sldChg chg="modSp mod modClrScheme chgLayout">
        <pc:chgData name="Nguyen, Tram Anh" userId="S::anguyen6@una.edu::bfb3b3ff-9d66-47fa-a8a1-aade41fb63d4" providerId="AD" clId="Web-{4EA97F08-B782-4BDC-8372-533D11AE0613}" dt="2022-12-05T02:39:58.091" v="31"/>
        <pc:sldMkLst>
          <pc:docMk/>
          <pc:sldMk cId="105666083" sldId="262"/>
        </pc:sldMkLst>
        <pc:spChg chg="mod ord">
          <ac:chgData name="Nguyen, Tram Anh" userId="S::anguyen6@una.edu::bfb3b3ff-9d66-47fa-a8a1-aade41fb63d4" providerId="AD" clId="Web-{4EA97F08-B782-4BDC-8372-533D11AE0613}" dt="2022-12-05T02:39:58.091" v="31"/>
          <ac:spMkLst>
            <pc:docMk/>
            <pc:sldMk cId="105666083" sldId="262"/>
            <ac:spMk id="2" creationId="{BC83B6A6-73A8-7194-16A4-EB3A6A62C3C6}"/>
          </ac:spMkLst>
        </pc:spChg>
      </pc:sldChg>
      <pc:sldChg chg="modSp mod modClrScheme chgLayout">
        <pc:chgData name="Nguyen, Tram Anh" userId="S::anguyen6@una.edu::bfb3b3ff-9d66-47fa-a8a1-aade41fb63d4" providerId="AD" clId="Web-{4EA97F08-B782-4BDC-8372-533D11AE0613}" dt="2022-12-05T02:59:04.890" v="560" actId="20577"/>
        <pc:sldMkLst>
          <pc:docMk/>
          <pc:sldMk cId="3203715484" sldId="263"/>
        </pc:sldMkLst>
        <pc:spChg chg="mod ord">
          <ac:chgData name="Nguyen, Tram Anh" userId="S::anguyen6@una.edu::bfb3b3ff-9d66-47fa-a8a1-aade41fb63d4" providerId="AD" clId="Web-{4EA97F08-B782-4BDC-8372-533D11AE0613}" dt="2022-12-05T02:39:58.091" v="31"/>
          <ac:spMkLst>
            <pc:docMk/>
            <pc:sldMk cId="3203715484" sldId="263"/>
            <ac:spMk id="5" creationId="{0EAA4EC0-2B18-4FDD-F4A7-9DED9396BE5E}"/>
          </ac:spMkLst>
        </pc:spChg>
        <pc:spChg chg="mod">
          <ac:chgData name="Nguyen, Tram Anh" userId="S::anguyen6@una.edu::bfb3b3ff-9d66-47fa-a8a1-aade41fb63d4" providerId="AD" clId="Web-{4EA97F08-B782-4BDC-8372-533D11AE0613}" dt="2022-12-05T02:59:04.890" v="560" actId="20577"/>
          <ac:spMkLst>
            <pc:docMk/>
            <pc:sldMk cId="3203715484" sldId="263"/>
            <ac:spMk id="7" creationId="{55D40D2E-9BAF-F8B0-9434-94035552D339}"/>
          </ac:spMkLst>
        </pc:spChg>
      </pc:sldChg>
      <pc:sldChg chg="addSp modSp mod modClrScheme chgLayout">
        <pc:chgData name="Nguyen, Tram Anh" userId="S::anguyen6@una.edu::bfb3b3ff-9d66-47fa-a8a1-aade41fb63d4" providerId="AD" clId="Web-{4EA97F08-B782-4BDC-8372-533D11AE0613}" dt="2022-12-05T02:58:16.591" v="551" actId="1076"/>
        <pc:sldMkLst>
          <pc:docMk/>
          <pc:sldMk cId="2527135058" sldId="264"/>
        </pc:sldMkLst>
        <pc:spChg chg="add mod ord">
          <ac:chgData name="Nguyen, Tram Anh" userId="S::anguyen6@una.edu::bfb3b3ff-9d66-47fa-a8a1-aade41fb63d4" providerId="AD" clId="Web-{4EA97F08-B782-4BDC-8372-533D11AE0613}" dt="2022-12-05T02:58:16.482" v="542" actId="1076"/>
          <ac:spMkLst>
            <pc:docMk/>
            <pc:sldMk cId="2527135058" sldId="264"/>
            <ac:spMk id="6" creationId="{33380F4D-17A0-FF65-E383-E8F5118A54C3}"/>
          </ac:spMkLst>
        </pc:spChg>
        <pc:spChg chg="mod">
          <ac:chgData name="Nguyen, Tram Anh" userId="S::anguyen6@una.edu::bfb3b3ff-9d66-47fa-a8a1-aade41fb63d4" providerId="AD" clId="Web-{4EA97F08-B782-4BDC-8372-533D11AE0613}" dt="2022-12-05T02:58:16.576" v="547" actId="1076"/>
          <ac:spMkLst>
            <pc:docMk/>
            <pc:sldMk cId="2527135058" sldId="264"/>
            <ac:spMk id="7" creationId="{91055D35-4A4B-7DC8-6BCA-C4E895FD250D}"/>
          </ac:spMkLst>
        </pc:spChg>
        <pc:spChg chg="mod">
          <ac:chgData name="Nguyen, Tram Anh" userId="S::anguyen6@una.edu::bfb3b3ff-9d66-47fa-a8a1-aade41fb63d4" providerId="AD" clId="Web-{4EA97F08-B782-4BDC-8372-533D11AE0613}" dt="2022-12-05T02:58:16.576" v="548" actId="1076"/>
          <ac:spMkLst>
            <pc:docMk/>
            <pc:sldMk cId="2527135058" sldId="264"/>
            <ac:spMk id="8" creationId="{ECCC0A7A-C876-9CCB-D44D-E290C16562D4}"/>
          </ac:spMkLst>
        </pc:spChg>
        <pc:spChg chg="mod">
          <ac:chgData name="Nguyen, Tram Anh" userId="S::anguyen6@una.edu::bfb3b3ff-9d66-47fa-a8a1-aade41fb63d4" providerId="AD" clId="Web-{4EA97F08-B782-4BDC-8372-533D11AE0613}" dt="2022-12-05T02:58:16.576" v="549" actId="1076"/>
          <ac:spMkLst>
            <pc:docMk/>
            <pc:sldMk cId="2527135058" sldId="264"/>
            <ac:spMk id="9" creationId="{66BD070D-F6A8-4570-E6B0-58EFC916ADF1}"/>
          </ac:spMkLst>
        </pc:spChg>
        <pc:spChg chg="mod">
          <ac:chgData name="Nguyen, Tram Anh" userId="S::anguyen6@una.edu::bfb3b3ff-9d66-47fa-a8a1-aade41fb63d4" providerId="AD" clId="Web-{4EA97F08-B782-4BDC-8372-533D11AE0613}" dt="2022-12-05T02:58:16.591" v="550" actId="1076"/>
          <ac:spMkLst>
            <pc:docMk/>
            <pc:sldMk cId="2527135058" sldId="264"/>
            <ac:spMk id="10" creationId="{AC91BA27-0E05-53A5-7524-5614BDB5ABB6}"/>
          </ac:spMkLst>
        </pc:spChg>
        <pc:spChg chg="mod">
          <ac:chgData name="Nguyen, Tram Anh" userId="S::anguyen6@una.edu::bfb3b3ff-9d66-47fa-a8a1-aade41fb63d4" providerId="AD" clId="Web-{4EA97F08-B782-4BDC-8372-533D11AE0613}" dt="2022-12-05T02:58:16.591" v="551" actId="1076"/>
          <ac:spMkLst>
            <pc:docMk/>
            <pc:sldMk cId="2527135058" sldId="264"/>
            <ac:spMk id="12" creationId="{1F95EEBC-B985-F6FF-3459-82A858FEAD68}"/>
          </ac:spMkLst>
        </pc:spChg>
        <pc:picChg chg="mod">
          <ac:chgData name="Nguyen, Tram Anh" userId="S::anguyen6@una.edu::bfb3b3ff-9d66-47fa-a8a1-aade41fb63d4" providerId="AD" clId="Web-{4EA97F08-B782-4BDC-8372-533D11AE0613}" dt="2022-12-05T02:58:16.498" v="543" actId="1076"/>
          <ac:picMkLst>
            <pc:docMk/>
            <pc:sldMk cId="2527135058" sldId="264"/>
            <ac:picMk id="2" creationId="{A10CDB44-9063-FA1E-450E-AB648AB9F9E4}"/>
          </ac:picMkLst>
        </pc:picChg>
        <pc:picChg chg="mod">
          <ac:chgData name="Nguyen, Tram Anh" userId="S::anguyen6@una.edu::bfb3b3ff-9d66-47fa-a8a1-aade41fb63d4" providerId="AD" clId="Web-{4EA97F08-B782-4BDC-8372-533D11AE0613}" dt="2022-12-05T02:58:16.529" v="544" actId="1076"/>
          <ac:picMkLst>
            <pc:docMk/>
            <pc:sldMk cId="2527135058" sldId="264"/>
            <ac:picMk id="3" creationId="{07414F70-CCBD-9A5A-C0AF-9859D268DFED}"/>
          </ac:picMkLst>
        </pc:picChg>
        <pc:picChg chg="mod">
          <ac:chgData name="Nguyen, Tram Anh" userId="S::anguyen6@una.edu::bfb3b3ff-9d66-47fa-a8a1-aade41fb63d4" providerId="AD" clId="Web-{4EA97F08-B782-4BDC-8372-533D11AE0613}" dt="2022-12-05T02:58:16.544" v="545" actId="1076"/>
          <ac:picMkLst>
            <pc:docMk/>
            <pc:sldMk cId="2527135058" sldId="264"/>
            <ac:picMk id="4" creationId="{977BA6E7-ADA8-E33E-B0AF-40643CD494F9}"/>
          </ac:picMkLst>
        </pc:picChg>
        <pc:picChg chg="mod">
          <ac:chgData name="Nguyen, Tram Anh" userId="S::anguyen6@una.edu::bfb3b3ff-9d66-47fa-a8a1-aade41fb63d4" providerId="AD" clId="Web-{4EA97F08-B782-4BDC-8372-533D11AE0613}" dt="2022-12-05T02:58:16.576" v="546" actId="1076"/>
          <ac:picMkLst>
            <pc:docMk/>
            <pc:sldMk cId="2527135058" sldId="264"/>
            <ac:picMk id="5" creationId="{E7A67326-B4CA-EF2E-E834-372645C44008}"/>
          </ac:picMkLst>
        </pc:picChg>
      </pc:sldChg>
      <pc:sldChg chg="add replId">
        <pc:chgData name="Nguyen, Tram Anh" userId="S::anguyen6@una.edu::bfb3b3ff-9d66-47fa-a8a1-aade41fb63d4" providerId="AD" clId="Web-{4EA97F08-B782-4BDC-8372-533D11AE0613}" dt="2022-12-05T02:42:21.378" v="59"/>
        <pc:sldMkLst>
          <pc:docMk/>
          <pc:sldMk cId="1476752278" sldId="265"/>
        </pc:sldMkLst>
      </pc:sldChg>
      <pc:sldChg chg="addSp delSp modSp new">
        <pc:chgData name="Nguyen, Tram Anh" userId="S::anguyen6@una.edu::bfb3b3ff-9d66-47fa-a8a1-aade41fb63d4" providerId="AD" clId="Web-{4EA97F08-B782-4BDC-8372-533D11AE0613}" dt="2022-12-05T02:47:28.532" v="206" actId="1076"/>
        <pc:sldMkLst>
          <pc:docMk/>
          <pc:sldMk cId="1119165032" sldId="266"/>
        </pc:sldMkLst>
        <pc:spChg chg="del">
          <ac:chgData name="Nguyen, Tram Anh" userId="S::anguyen6@una.edu::bfb3b3ff-9d66-47fa-a8a1-aade41fb63d4" providerId="AD" clId="Web-{4EA97F08-B782-4BDC-8372-533D11AE0613}" dt="2022-12-05T02:43:45.726" v="95"/>
          <ac:spMkLst>
            <pc:docMk/>
            <pc:sldMk cId="1119165032" sldId="266"/>
            <ac:spMk id="2" creationId="{739E316E-3D7D-2A22-2D74-C4FB8BC2A9DF}"/>
          </ac:spMkLst>
        </pc:spChg>
        <pc:spChg chg="del">
          <ac:chgData name="Nguyen, Tram Anh" userId="S::anguyen6@una.edu::bfb3b3ff-9d66-47fa-a8a1-aade41fb63d4" providerId="AD" clId="Web-{4EA97F08-B782-4BDC-8372-533D11AE0613}" dt="2022-12-05T02:43:44.897" v="94"/>
          <ac:spMkLst>
            <pc:docMk/>
            <pc:sldMk cId="1119165032" sldId="266"/>
            <ac:spMk id="3" creationId="{93BF087A-3E31-3ACA-A54E-8C004D4D8406}"/>
          </ac:spMkLst>
        </pc:spChg>
        <pc:spChg chg="add del">
          <ac:chgData name="Nguyen, Tram Anh" userId="S::anguyen6@una.edu::bfb3b3ff-9d66-47fa-a8a1-aade41fb63d4" providerId="AD" clId="Web-{4EA97F08-B782-4BDC-8372-533D11AE0613}" dt="2022-12-05T02:44:09.336" v="101"/>
          <ac:spMkLst>
            <pc:docMk/>
            <pc:sldMk cId="1119165032" sldId="266"/>
            <ac:spMk id="5" creationId="{876E39B0-7D3D-D754-DCC6-6B6ADB164558}"/>
          </ac:spMkLst>
        </pc:spChg>
        <pc:spChg chg="add del">
          <ac:chgData name="Nguyen, Tram Anh" userId="S::anguyen6@una.edu::bfb3b3ff-9d66-47fa-a8a1-aade41fb63d4" providerId="AD" clId="Web-{4EA97F08-B782-4BDC-8372-533D11AE0613}" dt="2022-12-05T02:44:09.336" v="101"/>
          <ac:spMkLst>
            <pc:docMk/>
            <pc:sldMk cId="1119165032" sldId="266"/>
            <ac:spMk id="9" creationId="{4A3EBC13-CCB4-612F-1F3C-E80AC1D62F1D}"/>
          </ac:spMkLst>
        </pc:spChg>
        <pc:spChg chg="add del">
          <ac:chgData name="Nguyen, Tram Anh" userId="S::anguyen6@una.edu::bfb3b3ff-9d66-47fa-a8a1-aade41fb63d4" providerId="AD" clId="Web-{4EA97F08-B782-4BDC-8372-533D11AE0613}" dt="2022-12-05T02:44:09.336" v="101"/>
          <ac:spMkLst>
            <pc:docMk/>
            <pc:sldMk cId="1119165032" sldId="266"/>
            <ac:spMk id="10" creationId="{16FC4712-113B-E7BE-F976-07BB4EC25AA5}"/>
          </ac:spMkLst>
        </pc:spChg>
        <pc:spChg chg="add del">
          <ac:chgData name="Nguyen, Tram Anh" userId="S::anguyen6@una.edu::bfb3b3ff-9d66-47fa-a8a1-aade41fb63d4" providerId="AD" clId="Web-{4EA97F08-B782-4BDC-8372-533D11AE0613}" dt="2022-12-05T02:44:09.336" v="101"/>
          <ac:spMkLst>
            <pc:docMk/>
            <pc:sldMk cId="1119165032" sldId="266"/>
            <ac:spMk id="14" creationId="{2ECFE781-411E-F311-45CD-0A0F3E692FD9}"/>
          </ac:spMkLst>
        </pc:spChg>
        <pc:spChg chg="add del">
          <ac:chgData name="Nguyen, Tram Anh" userId="S::anguyen6@una.edu::bfb3b3ff-9d66-47fa-a8a1-aade41fb63d4" providerId="AD" clId="Web-{4EA97F08-B782-4BDC-8372-533D11AE0613}" dt="2022-12-05T02:44:09.336" v="101"/>
          <ac:spMkLst>
            <pc:docMk/>
            <pc:sldMk cId="1119165032" sldId="266"/>
            <ac:spMk id="16" creationId="{E5C6906B-DBA0-1B82-3D22-B54BA231F332}"/>
          </ac:spMkLst>
        </pc:spChg>
        <pc:spChg chg="add mod">
          <ac:chgData name="Nguyen, Tram Anh" userId="S::anguyen6@una.edu::bfb3b3ff-9d66-47fa-a8a1-aade41fb63d4" providerId="AD" clId="Web-{4EA97F08-B782-4BDC-8372-533D11AE0613}" dt="2022-12-05T02:47:28.532" v="206" actId="1076"/>
          <ac:spMkLst>
            <pc:docMk/>
            <pc:sldMk cId="1119165032" sldId="266"/>
            <ac:spMk id="19" creationId="{35ED1471-DFF3-089D-95EE-DAB07F551398}"/>
          </ac:spMkLst>
        </pc:spChg>
        <pc:spChg chg="add mod">
          <ac:chgData name="Nguyen, Tram Anh" userId="S::anguyen6@una.edu::bfb3b3ff-9d66-47fa-a8a1-aade41fb63d4" providerId="AD" clId="Web-{4EA97F08-B782-4BDC-8372-533D11AE0613}" dt="2022-12-05T02:45:12.510" v="138" actId="1076"/>
          <ac:spMkLst>
            <pc:docMk/>
            <pc:sldMk cId="1119165032" sldId="266"/>
            <ac:spMk id="23" creationId="{EB915803-3228-2850-557C-8F89F2176B09}"/>
          </ac:spMkLst>
        </pc:spChg>
        <pc:spChg chg="add mod">
          <ac:chgData name="Nguyen, Tram Anh" userId="S::anguyen6@una.edu::bfb3b3ff-9d66-47fa-a8a1-aade41fb63d4" providerId="AD" clId="Web-{4EA97F08-B782-4BDC-8372-533D11AE0613}" dt="2022-12-05T02:45:12.526" v="142" actId="1076"/>
          <ac:spMkLst>
            <pc:docMk/>
            <pc:sldMk cId="1119165032" sldId="266"/>
            <ac:spMk id="27" creationId="{1952632D-3C1C-C8C6-9C95-186EF44CDCAB}"/>
          </ac:spMkLst>
        </pc:spChg>
        <pc:spChg chg="add mod">
          <ac:chgData name="Nguyen, Tram Anh" userId="S::anguyen6@una.edu::bfb3b3ff-9d66-47fa-a8a1-aade41fb63d4" providerId="AD" clId="Web-{4EA97F08-B782-4BDC-8372-533D11AE0613}" dt="2022-12-05T02:45:12.542" v="144" actId="1076"/>
          <ac:spMkLst>
            <pc:docMk/>
            <pc:sldMk cId="1119165032" sldId="266"/>
            <ac:spMk id="29" creationId="{CE785150-E47B-A6AD-A9CD-04088A176C08}"/>
          </ac:spMkLst>
        </pc:spChg>
        <pc:spChg chg="add mod ord">
          <ac:chgData name="Nguyen, Tram Anh" userId="S::anguyen6@una.edu::bfb3b3ff-9d66-47fa-a8a1-aade41fb63d4" providerId="AD" clId="Web-{4EA97F08-B782-4BDC-8372-533D11AE0613}" dt="2022-12-05T02:47:18.813" v="205" actId="14100"/>
          <ac:spMkLst>
            <pc:docMk/>
            <pc:sldMk cId="1119165032" sldId="266"/>
            <ac:spMk id="32" creationId="{D222579E-63F8-01A8-D0CE-C2E6C7BF34A2}"/>
          </ac:spMkLst>
        </pc:spChg>
        <pc:picChg chg="add del">
          <ac:chgData name="Nguyen, Tram Anh" userId="S::anguyen6@una.edu::bfb3b3ff-9d66-47fa-a8a1-aade41fb63d4" providerId="AD" clId="Web-{4EA97F08-B782-4BDC-8372-533D11AE0613}" dt="2022-12-05T02:44:09.336" v="101"/>
          <ac:picMkLst>
            <pc:docMk/>
            <pc:sldMk cId="1119165032" sldId="266"/>
            <ac:picMk id="4" creationId="{C62A14BD-FBA0-C4ED-5FA9-D1CDCACCFC2A}"/>
          </ac:picMkLst>
        </pc:picChg>
        <pc:picChg chg="add del">
          <ac:chgData name="Nguyen, Tram Anh" userId="S::anguyen6@una.edu::bfb3b3ff-9d66-47fa-a8a1-aade41fb63d4" providerId="AD" clId="Web-{4EA97F08-B782-4BDC-8372-533D11AE0613}" dt="2022-12-05T02:44:09.336" v="101"/>
          <ac:picMkLst>
            <pc:docMk/>
            <pc:sldMk cId="1119165032" sldId="266"/>
            <ac:picMk id="6" creationId="{D91F5EF9-4FD8-3608-B7DD-AE3BAABB1E31}"/>
          </ac:picMkLst>
        </pc:picChg>
        <pc:picChg chg="add del">
          <ac:chgData name="Nguyen, Tram Anh" userId="S::anguyen6@una.edu::bfb3b3ff-9d66-47fa-a8a1-aade41fb63d4" providerId="AD" clId="Web-{4EA97F08-B782-4BDC-8372-533D11AE0613}" dt="2022-12-05T02:44:09.336" v="101"/>
          <ac:picMkLst>
            <pc:docMk/>
            <pc:sldMk cId="1119165032" sldId="266"/>
            <ac:picMk id="7" creationId="{D804D50E-AE97-842A-D59C-2F0016492522}"/>
          </ac:picMkLst>
        </pc:picChg>
        <pc:picChg chg="add del">
          <ac:chgData name="Nguyen, Tram Anh" userId="S::anguyen6@una.edu::bfb3b3ff-9d66-47fa-a8a1-aade41fb63d4" providerId="AD" clId="Web-{4EA97F08-B782-4BDC-8372-533D11AE0613}" dt="2022-12-05T02:44:09.336" v="101"/>
          <ac:picMkLst>
            <pc:docMk/>
            <pc:sldMk cId="1119165032" sldId="266"/>
            <ac:picMk id="8" creationId="{6CFAF4BE-C67D-899F-3AC8-925FE26B73E3}"/>
          </ac:picMkLst>
        </pc:picChg>
        <pc:picChg chg="add mod">
          <ac:chgData name="Nguyen, Tram Anh" userId="S::anguyen6@una.edu::bfb3b3ff-9d66-47fa-a8a1-aade41fb63d4" providerId="AD" clId="Web-{4EA97F08-B782-4BDC-8372-533D11AE0613}" dt="2022-12-05T02:45:12.432" v="134" actId="1076"/>
          <ac:picMkLst>
            <pc:docMk/>
            <pc:sldMk cId="1119165032" sldId="266"/>
            <ac:picMk id="18" creationId="{8E9ED532-131F-F0CE-F4B4-B751E0EE6462}"/>
          </ac:picMkLst>
        </pc:picChg>
        <pc:picChg chg="add mod">
          <ac:chgData name="Nguyen, Tram Anh" userId="S::anguyen6@una.edu::bfb3b3ff-9d66-47fa-a8a1-aade41fb63d4" providerId="AD" clId="Web-{4EA97F08-B782-4BDC-8372-533D11AE0613}" dt="2022-12-05T02:45:12.464" v="135" actId="1076"/>
          <ac:picMkLst>
            <pc:docMk/>
            <pc:sldMk cId="1119165032" sldId="266"/>
            <ac:picMk id="20" creationId="{6B90410B-FFD0-9878-E7F3-1D6ECD90B205}"/>
          </ac:picMkLst>
        </pc:picChg>
        <pc:picChg chg="add mod">
          <ac:chgData name="Nguyen, Tram Anh" userId="S::anguyen6@una.edu::bfb3b3ff-9d66-47fa-a8a1-aade41fb63d4" providerId="AD" clId="Web-{4EA97F08-B782-4BDC-8372-533D11AE0613}" dt="2022-12-05T02:45:12.479" v="136" actId="1076"/>
          <ac:picMkLst>
            <pc:docMk/>
            <pc:sldMk cId="1119165032" sldId="266"/>
            <ac:picMk id="21" creationId="{692EC977-72AF-DF61-C60D-B938AA4A3425}"/>
          </ac:picMkLst>
        </pc:picChg>
        <pc:picChg chg="add mod">
          <ac:chgData name="Nguyen, Tram Anh" userId="S::anguyen6@una.edu::bfb3b3ff-9d66-47fa-a8a1-aade41fb63d4" providerId="AD" clId="Web-{4EA97F08-B782-4BDC-8372-533D11AE0613}" dt="2022-12-05T02:45:12.510" v="137" actId="1076"/>
          <ac:picMkLst>
            <pc:docMk/>
            <pc:sldMk cId="1119165032" sldId="266"/>
            <ac:picMk id="22" creationId="{080D5954-1ECC-ED48-40CA-61AC00C829D5}"/>
          </ac:picMkLst>
        </pc:picChg>
        <pc:cxnChg chg="add del">
          <ac:chgData name="Nguyen, Tram Anh" userId="S::anguyen6@una.edu::bfb3b3ff-9d66-47fa-a8a1-aade41fb63d4" providerId="AD" clId="Web-{4EA97F08-B782-4BDC-8372-533D11AE0613}" dt="2022-12-05T02:44:09.336" v="101"/>
          <ac:cxnSpMkLst>
            <pc:docMk/>
            <pc:sldMk cId="1119165032" sldId="266"/>
            <ac:cxnSpMk id="11" creationId="{4772FFAC-612D-435F-2F52-9761C1D30739}"/>
          </ac:cxnSpMkLst>
        </pc:cxnChg>
        <pc:cxnChg chg="add del">
          <ac:chgData name="Nguyen, Tram Anh" userId="S::anguyen6@una.edu::bfb3b3ff-9d66-47fa-a8a1-aade41fb63d4" providerId="AD" clId="Web-{4EA97F08-B782-4BDC-8372-533D11AE0613}" dt="2022-12-05T02:44:09.336" v="101"/>
          <ac:cxnSpMkLst>
            <pc:docMk/>
            <pc:sldMk cId="1119165032" sldId="266"/>
            <ac:cxnSpMk id="12" creationId="{28E411A0-EAD8-8FFB-F38F-33F6FB2B12D8}"/>
          </ac:cxnSpMkLst>
        </pc:cxnChg>
        <pc:cxnChg chg="add del">
          <ac:chgData name="Nguyen, Tram Anh" userId="S::anguyen6@una.edu::bfb3b3ff-9d66-47fa-a8a1-aade41fb63d4" providerId="AD" clId="Web-{4EA97F08-B782-4BDC-8372-533D11AE0613}" dt="2022-12-05T02:44:09.336" v="101"/>
          <ac:cxnSpMkLst>
            <pc:docMk/>
            <pc:sldMk cId="1119165032" sldId="266"/>
            <ac:cxnSpMk id="13" creationId="{97762F7D-4CBB-376F-31C0-26B4B185A49C}"/>
          </ac:cxnSpMkLst>
        </pc:cxnChg>
        <pc:cxnChg chg="add del">
          <ac:chgData name="Nguyen, Tram Anh" userId="S::anguyen6@una.edu::bfb3b3ff-9d66-47fa-a8a1-aade41fb63d4" providerId="AD" clId="Web-{4EA97F08-B782-4BDC-8372-533D11AE0613}" dt="2022-12-05T02:44:09.336" v="101"/>
          <ac:cxnSpMkLst>
            <pc:docMk/>
            <pc:sldMk cId="1119165032" sldId="266"/>
            <ac:cxnSpMk id="15" creationId="{AC2C049B-CE90-A710-524D-EF672E0C0EFC}"/>
          </ac:cxnSpMkLst>
        </pc:cxnChg>
        <pc:cxnChg chg="add del">
          <ac:chgData name="Nguyen, Tram Anh" userId="S::anguyen6@una.edu::bfb3b3ff-9d66-47fa-a8a1-aade41fb63d4" providerId="AD" clId="Web-{4EA97F08-B782-4BDC-8372-533D11AE0613}" dt="2022-12-05T02:44:09.336" v="101"/>
          <ac:cxnSpMkLst>
            <pc:docMk/>
            <pc:sldMk cId="1119165032" sldId="266"/>
            <ac:cxnSpMk id="17" creationId="{3D8F063D-F323-3A70-BB8D-A20B73CC91BE}"/>
          </ac:cxnSpMkLst>
        </pc:cxnChg>
        <pc:cxnChg chg="add mod">
          <ac:chgData name="Nguyen, Tram Anh" userId="S::anguyen6@una.edu::bfb3b3ff-9d66-47fa-a8a1-aade41fb63d4" providerId="AD" clId="Web-{4EA97F08-B782-4BDC-8372-533D11AE0613}" dt="2022-12-05T02:45:12.526" v="139" actId="1076"/>
          <ac:cxnSpMkLst>
            <pc:docMk/>
            <pc:sldMk cId="1119165032" sldId="266"/>
            <ac:cxnSpMk id="24" creationId="{2E39614C-DA24-11FC-BB33-6132A6004CC3}"/>
          </ac:cxnSpMkLst>
        </pc:cxnChg>
        <pc:cxnChg chg="add mod">
          <ac:chgData name="Nguyen, Tram Anh" userId="S::anguyen6@una.edu::bfb3b3ff-9d66-47fa-a8a1-aade41fb63d4" providerId="AD" clId="Web-{4EA97F08-B782-4BDC-8372-533D11AE0613}" dt="2022-12-05T02:45:12.526" v="140" actId="1076"/>
          <ac:cxnSpMkLst>
            <pc:docMk/>
            <pc:sldMk cId="1119165032" sldId="266"/>
            <ac:cxnSpMk id="25" creationId="{9400AD82-9AF4-7A26-4056-D0A6E7DC6FDC}"/>
          </ac:cxnSpMkLst>
        </pc:cxnChg>
        <pc:cxnChg chg="add mod">
          <ac:chgData name="Nguyen, Tram Anh" userId="S::anguyen6@una.edu::bfb3b3ff-9d66-47fa-a8a1-aade41fb63d4" providerId="AD" clId="Web-{4EA97F08-B782-4BDC-8372-533D11AE0613}" dt="2022-12-05T02:45:12.526" v="141" actId="1076"/>
          <ac:cxnSpMkLst>
            <pc:docMk/>
            <pc:sldMk cId="1119165032" sldId="266"/>
            <ac:cxnSpMk id="26" creationId="{AEE9DA6C-2DF6-B022-D57E-822F1247061D}"/>
          </ac:cxnSpMkLst>
        </pc:cxnChg>
        <pc:cxnChg chg="add mod">
          <ac:chgData name="Nguyen, Tram Anh" userId="S::anguyen6@una.edu::bfb3b3ff-9d66-47fa-a8a1-aade41fb63d4" providerId="AD" clId="Web-{4EA97F08-B782-4BDC-8372-533D11AE0613}" dt="2022-12-05T02:45:12.526" v="143" actId="1076"/>
          <ac:cxnSpMkLst>
            <pc:docMk/>
            <pc:sldMk cId="1119165032" sldId="266"/>
            <ac:cxnSpMk id="28" creationId="{5B4502D9-21B7-BE82-2599-C9998ED76C0A}"/>
          </ac:cxnSpMkLst>
        </pc:cxnChg>
        <pc:cxnChg chg="add mod">
          <ac:chgData name="Nguyen, Tram Anh" userId="S::anguyen6@una.edu::bfb3b3ff-9d66-47fa-a8a1-aade41fb63d4" providerId="AD" clId="Web-{4EA97F08-B782-4BDC-8372-533D11AE0613}" dt="2022-12-05T02:45:12.542" v="145" actId="1076"/>
          <ac:cxnSpMkLst>
            <pc:docMk/>
            <pc:sldMk cId="1119165032" sldId="266"/>
            <ac:cxnSpMk id="30" creationId="{DC231E00-714A-8D6B-6784-575877DFDAFE}"/>
          </ac:cxnSpMkLst>
        </pc:cxnChg>
      </pc:sldChg>
      <pc:sldChg chg="addSp modSp add replId">
        <pc:chgData name="Nguyen, Tram Anh" userId="S::anguyen6@una.edu::bfb3b3ff-9d66-47fa-a8a1-aade41fb63d4" providerId="AD" clId="Web-{4EA97F08-B782-4BDC-8372-533D11AE0613}" dt="2022-12-05T02:56:00.601" v="489" actId="20577"/>
        <pc:sldMkLst>
          <pc:docMk/>
          <pc:sldMk cId="2214477210" sldId="267"/>
        </pc:sldMkLst>
        <pc:spChg chg="add mod">
          <ac:chgData name="Nguyen, Tram Anh" userId="S::anguyen6@una.edu::bfb3b3ff-9d66-47fa-a8a1-aade41fb63d4" providerId="AD" clId="Web-{4EA97F08-B782-4BDC-8372-533D11AE0613}" dt="2022-12-05T02:56:00.601" v="489" actId="20577"/>
          <ac:spMkLst>
            <pc:docMk/>
            <pc:sldMk cId="2214477210" sldId="267"/>
            <ac:spMk id="2" creationId="{5F784BA8-BD6E-BFE0-49E0-DB2FB442CBAB}"/>
          </ac:spMkLst>
        </pc:spChg>
        <pc:spChg chg="add mod">
          <ac:chgData name="Nguyen, Tram Anh" userId="S::anguyen6@una.edu::bfb3b3ff-9d66-47fa-a8a1-aade41fb63d4" providerId="AD" clId="Web-{4EA97F08-B782-4BDC-8372-533D11AE0613}" dt="2022-12-05T02:46:21.920" v="186" actId="1076"/>
          <ac:spMkLst>
            <pc:docMk/>
            <pc:sldMk cId="2214477210" sldId="267"/>
            <ac:spMk id="6" creationId="{15ABAB46-8DA8-878C-7DCA-293F4E710B19}"/>
          </ac:spMkLst>
        </pc:spChg>
        <pc:spChg chg="add mod">
          <ac:chgData name="Nguyen, Tram Anh" userId="S::anguyen6@una.edu::bfb3b3ff-9d66-47fa-a8a1-aade41fb63d4" providerId="AD" clId="Web-{4EA97F08-B782-4BDC-8372-533D11AE0613}" dt="2022-12-05T02:46:21.967" v="191" actId="1076"/>
          <ac:spMkLst>
            <pc:docMk/>
            <pc:sldMk cId="2214477210" sldId="267"/>
            <ac:spMk id="11" creationId="{4E6D3B7F-318B-4CD5-E11B-65A6AE78A286}"/>
          </ac:spMkLst>
        </pc:spChg>
        <pc:spChg chg="add mod ord">
          <ac:chgData name="Nguyen, Tram Anh" userId="S::anguyen6@una.edu::bfb3b3ff-9d66-47fa-a8a1-aade41fb63d4" providerId="AD" clId="Web-{4EA97F08-B782-4BDC-8372-533D11AE0613}" dt="2022-12-05T02:47:41.173" v="208" actId="14100"/>
          <ac:spMkLst>
            <pc:docMk/>
            <pc:sldMk cId="2214477210" sldId="267"/>
            <ac:spMk id="14" creationId="{D1DFEDA2-4455-0E07-8FCB-4B9A340485C3}"/>
          </ac:spMkLst>
        </pc:spChg>
        <pc:picChg chg="add mod">
          <ac:chgData name="Nguyen, Tram Anh" userId="S::anguyen6@una.edu::bfb3b3ff-9d66-47fa-a8a1-aade41fb63d4" providerId="AD" clId="Web-{4EA97F08-B782-4BDC-8372-533D11AE0613}" dt="2022-12-05T02:46:21.873" v="183" actId="1076"/>
          <ac:picMkLst>
            <pc:docMk/>
            <pc:sldMk cId="2214477210" sldId="267"/>
            <ac:picMk id="3" creationId="{54B2123C-A609-0D6F-81A4-3FADC2570F08}"/>
          </ac:picMkLst>
        </pc:picChg>
        <pc:picChg chg="add mod">
          <ac:chgData name="Nguyen, Tram Anh" userId="S::anguyen6@una.edu::bfb3b3ff-9d66-47fa-a8a1-aade41fb63d4" providerId="AD" clId="Web-{4EA97F08-B782-4BDC-8372-533D11AE0613}" dt="2022-12-05T02:46:21.888" v="184" actId="1076"/>
          <ac:picMkLst>
            <pc:docMk/>
            <pc:sldMk cId="2214477210" sldId="267"/>
            <ac:picMk id="4" creationId="{4AFDD50B-6EC6-A220-F253-32ED91715B07}"/>
          </ac:picMkLst>
        </pc:picChg>
        <pc:picChg chg="add mod">
          <ac:chgData name="Nguyen, Tram Anh" userId="S::anguyen6@una.edu::bfb3b3ff-9d66-47fa-a8a1-aade41fb63d4" providerId="AD" clId="Web-{4EA97F08-B782-4BDC-8372-533D11AE0613}" dt="2022-12-05T02:46:21.920" v="185" actId="1076"/>
          <ac:picMkLst>
            <pc:docMk/>
            <pc:sldMk cId="2214477210" sldId="267"/>
            <ac:picMk id="5" creationId="{C7268F95-823F-2517-BA09-8A4E72FE88BD}"/>
          </ac:picMkLst>
        </pc:picChg>
        <pc:picChg chg="add mod">
          <ac:chgData name="Nguyen, Tram Anh" userId="S::anguyen6@una.edu::bfb3b3ff-9d66-47fa-a8a1-aade41fb63d4" providerId="AD" clId="Web-{4EA97F08-B782-4BDC-8372-533D11AE0613}" dt="2022-12-05T02:46:21.967" v="190" actId="1076"/>
          <ac:picMkLst>
            <pc:docMk/>
            <pc:sldMk cId="2214477210" sldId="267"/>
            <ac:picMk id="10" creationId="{2E9DBC22-B6ED-89B8-99DF-A0B29CE4A81C}"/>
          </ac:picMkLst>
        </pc:picChg>
        <pc:cxnChg chg="add mod">
          <ac:chgData name="Nguyen, Tram Anh" userId="S::anguyen6@una.edu::bfb3b3ff-9d66-47fa-a8a1-aade41fb63d4" providerId="AD" clId="Web-{4EA97F08-B782-4BDC-8372-533D11AE0613}" dt="2022-12-05T02:46:21.935" v="187" actId="1076"/>
          <ac:cxnSpMkLst>
            <pc:docMk/>
            <pc:sldMk cId="2214477210" sldId="267"/>
            <ac:cxnSpMk id="7" creationId="{F9A011FD-BD86-4134-216D-E6C65B907443}"/>
          </ac:cxnSpMkLst>
        </pc:cxnChg>
        <pc:cxnChg chg="add mod">
          <ac:chgData name="Nguyen, Tram Anh" userId="S::anguyen6@una.edu::bfb3b3ff-9d66-47fa-a8a1-aade41fb63d4" providerId="AD" clId="Web-{4EA97F08-B782-4BDC-8372-533D11AE0613}" dt="2022-12-05T02:46:21.935" v="188" actId="1076"/>
          <ac:cxnSpMkLst>
            <pc:docMk/>
            <pc:sldMk cId="2214477210" sldId="267"/>
            <ac:cxnSpMk id="8" creationId="{BC0515DB-6B90-7EA1-86F6-354BB0C46AF1}"/>
          </ac:cxnSpMkLst>
        </pc:cxnChg>
        <pc:cxnChg chg="add mod">
          <ac:chgData name="Nguyen, Tram Anh" userId="S::anguyen6@una.edu::bfb3b3ff-9d66-47fa-a8a1-aade41fb63d4" providerId="AD" clId="Web-{4EA97F08-B782-4BDC-8372-533D11AE0613}" dt="2022-12-05T02:46:21.935" v="189" actId="1076"/>
          <ac:cxnSpMkLst>
            <pc:docMk/>
            <pc:sldMk cId="2214477210" sldId="267"/>
            <ac:cxnSpMk id="9" creationId="{A279AEE1-516A-9F8E-E045-B62E81671E2B}"/>
          </ac:cxnSpMkLst>
        </pc:cxnChg>
        <pc:cxnChg chg="add mod">
          <ac:chgData name="Nguyen, Tram Anh" userId="S::anguyen6@una.edu::bfb3b3ff-9d66-47fa-a8a1-aade41fb63d4" providerId="AD" clId="Web-{4EA97F08-B782-4BDC-8372-533D11AE0613}" dt="2022-12-05T02:46:21.982" v="192" actId="1076"/>
          <ac:cxnSpMkLst>
            <pc:docMk/>
            <pc:sldMk cId="2214477210" sldId="267"/>
            <ac:cxnSpMk id="12" creationId="{88AE2AC4-FBCB-B48B-FA56-CF89F2B8541C}"/>
          </ac:cxnSpMkLst>
        </pc:cxnChg>
      </pc:sldChg>
      <pc:sldChg chg="addSp modSp add replId">
        <pc:chgData name="Nguyen, Tram Anh" userId="S::anguyen6@una.edu::bfb3b3ff-9d66-47fa-a8a1-aade41fb63d4" providerId="AD" clId="Web-{4EA97F08-B782-4BDC-8372-533D11AE0613}" dt="2022-12-05T02:51:09.510" v="249" actId="14100"/>
        <pc:sldMkLst>
          <pc:docMk/>
          <pc:sldMk cId="3425941403" sldId="268"/>
        </pc:sldMkLst>
        <pc:spChg chg="add mod">
          <ac:chgData name="Nguyen, Tram Anh" userId="S::anguyen6@una.edu::bfb3b3ff-9d66-47fa-a8a1-aade41fb63d4" providerId="AD" clId="Web-{4EA97F08-B782-4BDC-8372-533D11AE0613}" dt="2022-12-05T02:51:09.510" v="249" actId="14100"/>
          <ac:spMkLst>
            <pc:docMk/>
            <pc:sldMk cId="3425941403" sldId="268"/>
            <ac:spMk id="2" creationId="{94B7299B-5488-7008-F0CE-3DA4FB0FAD99}"/>
          </ac:spMkLst>
        </pc:spChg>
        <pc:spChg chg="add mod">
          <ac:chgData name="Nguyen, Tram Anh" userId="S::anguyen6@una.edu::bfb3b3ff-9d66-47fa-a8a1-aade41fb63d4" providerId="AD" clId="Web-{4EA97F08-B782-4BDC-8372-533D11AE0613}" dt="2022-12-05T02:50:53.275" v="243" actId="1076"/>
          <ac:spMkLst>
            <pc:docMk/>
            <pc:sldMk cId="3425941403" sldId="268"/>
            <ac:spMk id="6" creationId="{AFFE4578-AAEE-4F54-DC21-37981565858A}"/>
          </ac:spMkLst>
        </pc:spChg>
        <pc:spChg chg="add mod">
          <ac:chgData name="Nguyen, Tram Anh" userId="S::anguyen6@una.edu::bfb3b3ff-9d66-47fa-a8a1-aade41fb63d4" providerId="AD" clId="Web-{4EA97F08-B782-4BDC-8372-533D11AE0613}" dt="2022-12-05T02:50:53.291" v="245" actId="1076"/>
          <ac:spMkLst>
            <pc:docMk/>
            <pc:sldMk cId="3425941403" sldId="268"/>
            <ac:spMk id="8" creationId="{AB01D233-1363-05F0-1F95-C5358A4E3EE7}"/>
          </ac:spMkLst>
        </pc:spChg>
        <pc:spChg chg="add mod ord">
          <ac:chgData name="Nguyen, Tram Anh" userId="S::anguyen6@una.edu::bfb3b3ff-9d66-47fa-a8a1-aade41fb63d4" providerId="AD" clId="Web-{4EA97F08-B782-4BDC-8372-533D11AE0613}" dt="2022-12-05T02:50:53.213" v="239" actId="1076"/>
          <ac:spMkLst>
            <pc:docMk/>
            <pc:sldMk cId="3425941403" sldId="268"/>
            <ac:spMk id="11" creationId="{77D502E0-BF0A-97AE-E79B-421B5AEEC94C}"/>
          </ac:spMkLst>
        </pc:spChg>
        <pc:picChg chg="add mod">
          <ac:chgData name="Nguyen, Tram Anh" userId="S::anguyen6@una.edu::bfb3b3ff-9d66-47fa-a8a1-aade41fb63d4" providerId="AD" clId="Web-{4EA97F08-B782-4BDC-8372-533D11AE0613}" dt="2022-12-05T02:50:53.228" v="240" actId="1076"/>
          <ac:picMkLst>
            <pc:docMk/>
            <pc:sldMk cId="3425941403" sldId="268"/>
            <ac:picMk id="3" creationId="{F3104821-D420-3246-FD57-C2749F7C751D}"/>
          </ac:picMkLst>
        </pc:picChg>
        <pc:picChg chg="add mod">
          <ac:chgData name="Nguyen, Tram Anh" userId="S::anguyen6@una.edu::bfb3b3ff-9d66-47fa-a8a1-aade41fb63d4" providerId="AD" clId="Web-{4EA97F08-B782-4BDC-8372-533D11AE0613}" dt="2022-12-05T02:50:53.260" v="241" actId="1076"/>
          <ac:picMkLst>
            <pc:docMk/>
            <pc:sldMk cId="3425941403" sldId="268"/>
            <ac:picMk id="4" creationId="{04BD1895-9F41-1AA3-4087-0E3BCD5C4F5D}"/>
          </ac:picMkLst>
        </pc:picChg>
        <pc:picChg chg="add mod">
          <ac:chgData name="Nguyen, Tram Anh" userId="S::anguyen6@una.edu::bfb3b3ff-9d66-47fa-a8a1-aade41fb63d4" providerId="AD" clId="Web-{4EA97F08-B782-4BDC-8372-533D11AE0613}" dt="2022-12-05T02:50:53.275" v="242" actId="1076"/>
          <ac:picMkLst>
            <pc:docMk/>
            <pc:sldMk cId="3425941403" sldId="268"/>
            <ac:picMk id="5" creationId="{A893FD1C-F871-8A94-F1B7-7622587C8440}"/>
          </ac:picMkLst>
        </pc:picChg>
        <pc:cxnChg chg="add mod">
          <ac:chgData name="Nguyen, Tram Anh" userId="S::anguyen6@una.edu::bfb3b3ff-9d66-47fa-a8a1-aade41fb63d4" providerId="AD" clId="Web-{4EA97F08-B782-4BDC-8372-533D11AE0613}" dt="2022-12-05T02:50:53.275" v="244" actId="1076"/>
          <ac:cxnSpMkLst>
            <pc:docMk/>
            <pc:sldMk cId="3425941403" sldId="268"/>
            <ac:cxnSpMk id="7" creationId="{C7E8434E-8D7F-0505-E135-31B3E9F79A89}"/>
          </ac:cxnSpMkLst>
        </pc:cxnChg>
        <pc:cxnChg chg="add mod">
          <ac:chgData name="Nguyen, Tram Anh" userId="S::anguyen6@una.edu::bfb3b3ff-9d66-47fa-a8a1-aade41fb63d4" providerId="AD" clId="Web-{4EA97F08-B782-4BDC-8372-533D11AE0613}" dt="2022-12-05T02:50:53.291" v="246" actId="1076"/>
          <ac:cxnSpMkLst>
            <pc:docMk/>
            <pc:sldMk cId="3425941403" sldId="268"/>
            <ac:cxnSpMk id="9" creationId="{861F07F5-09D3-7598-0831-23A12A8DD0F7}"/>
          </ac:cxnSpMkLst>
        </pc:cxnChg>
      </pc:sldChg>
      <pc:sldChg chg="addSp modSp add replId">
        <pc:chgData name="Nguyen, Tram Anh" userId="S::anguyen6@una.edu::bfb3b3ff-9d66-47fa-a8a1-aade41fb63d4" providerId="AD" clId="Web-{4EA97F08-B782-4BDC-8372-533D11AE0613}" dt="2022-12-05T02:52:08.638" v="270" actId="20577"/>
        <pc:sldMkLst>
          <pc:docMk/>
          <pc:sldMk cId="4168925267" sldId="269"/>
        </pc:sldMkLst>
        <pc:spChg chg="add mod">
          <ac:chgData name="Nguyen, Tram Anh" userId="S::anguyen6@una.edu::bfb3b3ff-9d66-47fa-a8a1-aade41fb63d4" providerId="AD" clId="Web-{4EA97F08-B782-4BDC-8372-533D11AE0613}" dt="2022-12-05T02:52:08.638" v="270" actId="20577"/>
          <ac:spMkLst>
            <pc:docMk/>
            <pc:sldMk cId="4168925267" sldId="269"/>
            <ac:spMk id="2" creationId="{742A0851-313B-A447-C99E-FEA606247A15}"/>
          </ac:spMkLst>
        </pc:spChg>
        <pc:spChg chg="add mod">
          <ac:chgData name="Nguyen, Tram Anh" userId="S::anguyen6@una.edu::bfb3b3ff-9d66-47fa-a8a1-aade41fb63d4" providerId="AD" clId="Web-{4EA97F08-B782-4BDC-8372-533D11AE0613}" dt="2022-12-05T02:51:56.856" v="259" actId="1076"/>
          <ac:spMkLst>
            <pc:docMk/>
            <pc:sldMk cId="4168925267" sldId="269"/>
            <ac:spMk id="4" creationId="{46776579-4DCD-7425-FA0D-919F45A48087}"/>
          </ac:spMkLst>
        </pc:spChg>
        <pc:spChg chg="add mod ord">
          <ac:chgData name="Nguyen, Tram Anh" userId="S::anguyen6@una.edu::bfb3b3ff-9d66-47fa-a8a1-aade41fb63d4" providerId="AD" clId="Web-{4EA97F08-B782-4BDC-8372-533D11AE0613}" dt="2022-12-05T02:51:56.903" v="262" actId="1076"/>
          <ac:spMkLst>
            <pc:docMk/>
            <pc:sldMk cId="4168925267" sldId="269"/>
            <ac:spMk id="8" creationId="{5920B09D-254C-4A6E-9DCC-4DC7B91D8C2E}"/>
          </ac:spMkLst>
        </pc:spChg>
        <pc:picChg chg="add mod">
          <ac:chgData name="Nguyen, Tram Anh" userId="S::anguyen6@una.edu::bfb3b3ff-9d66-47fa-a8a1-aade41fb63d4" providerId="AD" clId="Web-{4EA97F08-B782-4BDC-8372-533D11AE0613}" dt="2022-12-05T02:51:56.840" v="258" actId="1076"/>
          <ac:picMkLst>
            <pc:docMk/>
            <pc:sldMk cId="4168925267" sldId="269"/>
            <ac:picMk id="3" creationId="{7D104567-0094-EF76-DC2B-041247757E06}"/>
          </ac:picMkLst>
        </pc:picChg>
        <pc:picChg chg="add mod">
          <ac:chgData name="Nguyen, Tram Anh" userId="S::anguyen6@una.edu::bfb3b3ff-9d66-47fa-a8a1-aade41fb63d4" providerId="AD" clId="Web-{4EA97F08-B782-4BDC-8372-533D11AE0613}" dt="2022-12-05T02:51:56.903" v="261" actId="1076"/>
          <ac:picMkLst>
            <pc:docMk/>
            <pc:sldMk cId="4168925267" sldId="269"/>
            <ac:picMk id="6" creationId="{4A0A0ACC-76AF-E095-B300-928F600C6800}"/>
          </ac:picMkLst>
        </pc:picChg>
        <pc:cxnChg chg="add mod">
          <ac:chgData name="Nguyen, Tram Anh" userId="S::anguyen6@una.edu::bfb3b3ff-9d66-47fa-a8a1-aade41fb63d4" providerId="AD" clId="Web-{4EA97F08-B782-4BDC-8372-533D11AE0613}" dt="2022-12-05T02:51:56.856" v="260" actId="1076"/>
          <ac:cxnSpMkLst>
            <pc:docMk/>
            <pc:sldMk cId="4168925267" sldId="269"/>
            <ac:cxnSpMk id="5" creationId="{8DEA7824-0D20-6A53-A837-C86500C6594E}"/>
          </ac:cxnSpMkLst>
        </pc:cxnChg>
      </pc:sldChg>
      <pc:sldChg chg="addSp modSp add replId">
        <pc:chgData name="Nguyen, Tram Anh" userId="S::anguyen6@una.edu::bfb3b3ff-9d66-47fa-a8a1-aade41fb63d4" providerId="AD" clId="Web-{4EA97F08-B782-4BDC-8372-533D11AE0613}" dt="2022-12-05T02:53:29.907" v="336" actId="1076"/>
        <pc:sldMkLst>
          <pc:docMk/>
          <pc:sldMk cId="2926429233" sldId="270"/>
        </pc:sldMkLst>
        <pc:spChg chg="add mod">
          <ac:chgData name="Nguyen, Tram Anh" userId="S::anguyen6@una.edu::bfb3b3ff-9d66-47fa-a8a1-aade41fb63d4" providerId="AD" clId="Web-{4EA97F08-B782-4BDC-8372-533D11AE0613}" dt="2022-12-05T02:53:29.907" v="336" actId="1076"/>
          <ac:spMkLst>
            <pc:docMk/>
            <pc:sldMk cId="2926429233" sldId="270"/>
            <ac:spMk id="5" creationId="{B2DE3C6D-A487-5C7D-8FB9-FBDFD705A7E6}"/>
          </ac:spMkLst>
        </pc:spChg>
        <pc:spChg chg="add mod">
          <ac:chgData name="Nguyen, Tram Anh" userId="S::anguyen6@una.edu::bfb3b3ff-9d66-47fa-a8a1-aade41fb63d4" providerId="AD" clId="Web-{4EA97F08-B782-4BDC-8372-533D11AE0613}" dt="2022-12-05T02:53:17" v="330" actId="14100"/>
          <ac:spMkLst>
            <pc:docMk/>
            <pc:sldMk cId="2926429233" sldId="270"/>
            <ac:spMk id="6" creationId="{81B361A6-29F6-76B8-CE87-CF5902AFC586}"/>
          </ac:spMkLst>
        </pc:spChg>
        <pc:spChg chg="add mod">
          <ac:chgData name="Nguyen, Tram Anh" userId="S::anguyen6@una.edu::bfb3b3ff-9d66-47fa-a8a1-aade41fb63d4" providerId="AD" clId="Web-{4EA97F08-B782-4BDC-8372-533D11AE0613}" dt="2022-12-05T02:53:17" v="328" actId="14100"/>
          <ac:spMkLst>
            <pc:docMk/>
            <pc:sldMk cId="2926429233" sldId="270"/>
            <ac:spMk id="8" creationId="{99720CCB-0F28-E3E2-DB56-7FC78D6A08D3}"/>
          </ac:spMkLst>
        </pc:spChg>
        <pc:spChg chg="add mod ord">
          <ac:chgData name="Nguyen, Tram Anh" userId="S::anguyen6@una.edu::bfb3b3ff-9d66-47fa-a8a1-aade41fb63d4" providerId="AD" clId="Web-{4EA97F08-B782-4BDC-8372-533D11AE0613}" dt="2022-12-05T02:53:17" v="324" actId="14100"/>
          <ac:spMkLst>
            <pc:docMk/>
            <pc:sldMk cId="2926429233" sldId="270"/>
            <ac:spMk id="13" creationId="{B3E8BDB3-DF30-081F-DCA5-0B3694498FE3}"/>
          </ac:spMkLst>
        </pc:spChg>
        <pc:picChg chg="add mod">
          <ac:chgData name="Nguyen, Tram Anh" userId="S::anguyen6@una.edu::bfb3b3ff-9d66-47fa-a8a1-aade41fb63d4" providerId="AD" clId="Web-{4EA97F08-B782-4BDC-8372-533D11AE0613}" dt="2022-12-05T02:53:17" v="333" actId="14100"/>
          <ac:picMkLst>
            <pc:docMk/>
            <pc:sldMk cId="2926429233" sldId="270"/>
            <ac:picMk id="2" creationId="{FA81C58C-E586-8CCC-9EC8-33247C6D9D1E}"/>
          </ac:picMkLst>
        </pc:picChg>
        <pc:picChg chg="add mod">
          <ac:chgData name="Nguyen, Tram Anh" userId="S::anguyen6@una.edu::bfb3b3ff-9d66-47fa-a8a1-aade41fb63d4" providerId="AD" clId="Web-{4EA97F08-B782-4BDC-8372-533D11AE0613}" dt="2022-12-05T02:53:17" v="332" actId="14100"/>
          <ac:picMkLst>
            <pc:docMk/>
            <pc:sldMk cId="2926429233" sldId="270"/>
            <ac:picMk id="3" creationId="{93A221DE-32C4-3EB9-A43A-83AEAE8F6DB6}"/>
          </ac:picMkLst>
        </pc:picChg>
        <pc:picChg chg="add mod">
          <ac:chgData name="Nguyen, Tram Anh" userId="S::anguyen6@una.edu::bfb3b3ff-9d66-47fa-a8a1-aade41fb63d4" providerId="AD" clId="Web-{4EA97F08-B782-4BDC-8372-533D11AE0613}" dt="2022-12-05T02:53:17" v="331" actId="14100"/>
          <ac:picMkLst>
            <pc:docMk/>
            <pc:sldMk cId="2926429233" sldId="270"/>
            <ac:picMk id="4" creationId="{915FF8A5-1B55-BE9F-8BAB-DF159A740CA0}"/>
          </ac:picMkLst>
        </pc:picChg>
        <pc:cxnChg chg="add mod">
          <ac:chgData name="Nguyen, Tram Anh" userId="S::anguyen6@una.edu::bfb3b3ff-9d66-47fa-a8a1-aade41fb63d4" providerId="AD" clId="Web-{4EA97F08-B782-4BDC-8372-533D11AE0613}" dt="2022-12-05T02:53:17" v="329" actId="14100"/>
          <ac:cxnSpMkLst>
            <pc:docMk/>
            <pc:sldMk cId="2926429233" sldId="270"/>
            <ac:cxnSpMk id="7" creationId="{B036313D-3979-D538-9EF8-708D38970749}"/>
          </ac:cxnSpMkLst>
        </pc:cxnChg>
        <pc:cxnChg chg="add mod">
          <ac:chgData name="Nguyen, Tram Anh" userId="S::anguyen6@una.edu::bfb3b3ff-9d66-47fa-a8a1-aade41fb63d4" providerId="AD" clId="Web-{4EA97F08-B782-4BDC-8372-533D11AE0613}" dt="2022-12-05T02:53:17" v="327" actId="14100"/>
          <ac:cxnSpMkLst>
            <pc:docMk/>
            <pc:sldMk cId="2926429233" sldId="270"/>
            <ac:cxnSpMk id="9" creationId="{1E8A670F-3175-8A39-2C31-4B92F4A111B6}"/>
          </ac:cxnSpMkLst>
        </pc:cxnChg>
        <pc:cxnChg chg="add mod">
          <ac:chgData name="Nguyen, Tram Anh" userId="S::anguyen6@una.edu::bfb3b3ff-9d66-47fa-a8a1-aade41fb63d4" providerId="AD" clId="Web-{4EA97F08-B782-4BDC-8372-533D11AE0613}" dt="2022-12-05T02:53:17" v="326" actId="14100"/>
          <ac:cxnSpMkLst>
            <pc:docMk/>
            <pc:sldMk cId="2926429233" sldId="270"/>
            <ac:cxnSpMk id="10" creationId="{2854A28A-346B-9A87-D92C-202A5C8E46F6}"/>
          </ac:cxnSpMkLst>
        </pc:cxnChg>
        <pc:cxnChg chg="add mod">
          <ac:chgData name="Nguyen, Tram Anh" userId="S::anguyen6@una.edu::bfb3b3ff-9d66-47fa-a8a1-aade41fb63d4" providerId="AD" clId="Web-{4EA97F08-B782-4BDC-8372-533D11AE0613}" dt="2022-12-05T02:53:17" v="325" actId="14100"/>
          <ac:cxnSpMkLst>
            <pc:docMk/>
            <pc:sldMk cId="2926429233" sldId="270"/>
            <ac:cxnSpMk id="11" creationId="{806F054D-9CB5-E816-44E2-CE46163B9A5E}"/>
          </ac:cxnSpMkLst>
        </pc:cxnChg>
      </pc:sldChg>
      <pc:sldChg chg="addSp modSp add replId">
        <pc:chgData name="Nguyen, Tram Anh" userId="S::anguyen6@una.edu::bfb3b3ff-9d66-47fa-a8a1-aade41fb63d4" providerId="AD" clId="Web-{4EA97F08-B782-4BDC-8372-533D11AE0613}" dt="2022-12-05T02:57:01.260" v="520" actId="1076"/>
        <pc:sldMkLst>
          <pc:docMk/>
          <pc:sldMk cId="1477414657" sldId="271"/>
        </pc:sldMkLst>
        <pc:spChg chg="add mod">
          <ac:chgData name="Nguyen, Tram Anh" userId="S::anguyen6@una.edu::bfb3b3ff-9d66-47fa-a8a1-aade41fb63d4" providerId="AD" clId="Web-{4EA97F08-B782-4BDC-8372-533D11AE0613}" dt="2022-12-05T02:57:01.182" v="515" actId="1076"/>
          <ac:spMkLst>
            <pc:docMk/>
            <pc:sldMk cId="1477414657" sldId="271"/>
            <ac:spMk id="2" creationId="{7239C6EE-33EE-845B-1315-EACD353BF2D6}"/>
          </ac:spMkLst>
        </pc:spChg>
        <pc:spChg chg="add mod">
          <ac:chgData name="Nguyen, Tram Anh" userId="S::anguyen6@una.edu::bfb3b3ff-9d66-47fa-a8a1-aade41fb63d4" providerId="AD" clId="Web-{4EA97F08-B782-4BDC-8372-533D11AE0613}" dt="2022-12-05T02:57:01.244" v="518" actId="1076"/>
          <ac:spMkLst>
            <pc:docMk/>
            <pc:sldMk cId="1477414657" sldId="271"/>
            <ac:spMk id="5" creationId="{F34C65E4-F96F-E943-9351-AC0FDFCE6789}"/>
          </ac:spMkLst>
        </pc:spChg>
        <pc:spChg chg="add mod ord">
          <ac:chgData name="Nguyen, Tram Anh" userId="S::anguyen6@una.edu::bfb3b3ff-9d66-47fa-a8a1-aade41fb63d4" providerId="AD" clId="Web-{4EA97F08-B782-4BDC-8372-533D11AE0613}" dt="2022-12-05T02:57:01.260" v="520" actId="1076"/>
          <ac:spMkLst>
            <pc:docMk/>
            <pc:sldMk cId="1477414657" sldId="271"/>
            <ac:spMk id="8" creationId="{B936CB49-BFA1-C6F0-5493-B2945E18CBDD}"/>
          </ac:spMkLst>
        </pc:spChg>
        <pc:picChg chg="add mod">
          <ac:chgData name="Nguyen, Tram Anh" userId="S::anguyen6@una.edu::bfb3b3ff-9d66-47fa-a8a1-aade41fb63d4" providerId="AD" clId="Web-{4EA97F08-B782-4BDC-8372-533D11AE0613}" dt="2022-12-05T02:57:01.213" v="516" actId="1076"/>
          <ac:picMkLst>
            <pc:docMk/>
            <pc:sldMk cId="1477414657" sldId="271"/>
            <ac:picMk id="3" creationId="{7A143C12-5A27-584F-AC41-2E4BA695C555}"/>
          </ac:picMkLst>
        </pc:picChg>
        <pc:picChg chg="add mod">
          <ac:chgData name="Nguyen, Tram Anh" userId="S::anguyen6@una.edu::bfb3b3ff-9d66-47fa-a8a1-aade41fb63d4" providerId="AD" clId="Web-{4EA97F08-B782-4BDC-8372-533D11AE0613}" dt="2022-12-05T02:57:01.244" v="517" actId="1076"/>
          <ac:picMkLst>
            <pc:docMk/>
            <pc:sldMk cId="1477414657" sldId="271"/>
            <ac:picMk id="4" creationId="{2D1C5452-36C3-1AAC-569A-CCBC654D0FD0}"/>
          </ac:picMkLst>
        </pc:picChg>
        <pc:cxnChg chg="add mod">
          <ac:chgData name="Nguyen, Tram Anh" userId="S::anguyen6@una.edu::bfb3b3ff-9d66-47fa-a8a1-aade41fb63d4" providerId="AD" clId="Web-{4EA97F08-B782-4BDC-8372-533D11AE0613}" dt="2022-12-05T02:57:01.260" v="519" actId="1076"/>
          <ac:cxnSpMkLst>
            <pc:docMk/>
            <pc:sldMk cId="1477414657" sldId="271"/>
            <ac:cxnSpMk id="6" creationId="{9BB8894A-4CB8-0DB5-520E-FD8BA028CD4C}"/>
          </ac:cxnSpMkLst>
        </pc:cxnChg>
      </pc:sldChg>
      <pc:sldChg chg="addSp delSp modSp add replId">
        <pc:chgData name="Nguyen, Tram Anh" userId="S::anguyen6@una.edu::bfb3b3ff-9d66-47fa-a8a1-aade41fb63d4" providerId="AD" clId="Web-{4EA97F08-B782-4BDC-8372-533D11AE0613}" dt="2022-12-05T02:57:28.089" v="535" actId="1076"/>
        <pc:sldMkLst>
          <pc:docMk/>
          <pc:sldMk cId="3937391463" sldId="272"/>
        </pc:sldMkLst>
        <pc:spChg chg="add del">
          <ac:chgData name="Nguyen, Tram Anh" userId="S::anguyen6@una.edu::bfb3b3ff-9d66-47fa-a8a1-aade41fb63d4" providerId="AD" clId="Web-{4EA97F08-B782-4BDC-8372-533D11AE0613}" dt="2022-12-05T02:56:06.476" v="497"/>
          <ac:spMkLst>
            <pc:docMk/>
            <pc:sldMk cId="3937391463" sldId="272"/>
            <ac:spMk id="3" creationId="{895E5505-AFA0-77B0-FC8A-EE58725913F0}"/>
          </ac:spMkLst>
        </pc:spChg>
        <pc:spChg chg="add del">
          <ac:chgData name="Nguyen, Tram Anh" userId="S::anguyen6@una.edu::bfb3b3ff-9d66-47fa-a8a1-aade41fb63d4" providerId="AD" clId="Web-{4EA97F08-B782-4BDC-8372-533D11AE0613}" dt="2022-12-05T02:56:06.476" v="494"/>
          <ac:spMkLst>
            <pc:docMk/>
            <pc:sldMk cId="3937391463" sldId="272"/>
            <ac:spMk id="6" creationId="{607F95C8-B4D3-C966-B434-1A990243E6E0}"/>
          </ac:spMkLst>
        </pc:spChg>
        <pc:spChg chg="add del">
          <ac:chgData name="Nguyen, Tram Anh" userId="S::anguyen6@una.edu::bfb3b3ff-9d66-47fa-a8a1-aade41fb63d4" providerId="AD" clId="Web-{4EA97F08-B782-4BDC-8372-533D11AE0613}" dt="2022-12-05T02:56:06.476" v="493"/>
          <ac:spMkLst>
            <pc:docMk/>
            <pc:sldMk cId="3937391463" sldId="272"/>
            <ac:spMk id="7" creationId="{08787405-7160-D4EA-EBB7-ABDC929E886B}"/>
          </ac:spMkLst>
        </pc:spChg>
        <pc:spChg chg="add mod">
          <ac:chgData name="Nguyen, Tram Anh" userId="S::anguyen6@una.edu::bfb3b3ff-9d66-47fa-a8a1-aade41fb63d4" providerId="AD" clId="Web-{4EA97F08-B782-4BDC-8372-533D11AE0613}" dt="2022-12-05T02:57:28.027" v="527" actId="1076"/>
          <ac:spMkLst>
            <pc:docMk/>
            <pc:sldMk cId="3937391463" sldId="272"/>
            <ac:spMk id="12" creationId="{26356E80-B359-41F0-623B-D31041CF7707}"/>
          </ac:spMkLst>
        </pc:spChg>
        <pc:spChg chg="add mod">
          <ac:chgData name="Nguyen, Tram Anh" userId="S::anguyen6@una.edu::bfb3b3ff-9d66-47fa-a8a1-aade41fb63d4" providerId="AD" clId="Web-{4EA97F08-B782-4BDC-8372-533D11AE0613}" dt="2022-12-05T02:57:28.074" v="530" actId="1076"/>
          <ac:spMkLst>
            <pc:docMk/>
            <pc:sldMk cId="3937391463" sldId="272"/>
            <ac:spMk id="15" creationId="{234345A3-728C-999C-4AFD-2DAC29F0E013}"/>
          </ac:spMkLst>
        </pc:spChg>
        <pc:spChg chg="add mod">
          <ac:chgData name="Nguyen, Tram Anh" userId="S::anguyen6@una.edu::bfb3b3ff-9d66-47fa-a8a1-aade41fb63d4" providerId="AD" clId="Web-{4EA97F08-B782-4BDC-8372-533D11AE0613}" dt="2022-12-05T02:57:28.089" v="531" actId="1076"/>
          <ac:spMkLst>
            <pc:docMk/>
            <pc:sldMk cId="3937391463" sldId="272"/>
            <ac:spMk id="16" creationId="{605CAE61-DB0A-5D86-73E7-EEC040A8CB74}"/>
          </ac:spMkLst>
        </pc:spChg>
        <pc:spChg chg="add mod ord">
          <ac:chgData name="Nguyen, Tram Anh" userId="S::anguyen6@una.edu::bfb3b3ff-9d66-47fa-a8a1-aade41fb63d4" providerId="AD" clId="Web-{4EA97F08-B782-4BDC-8372-533D11AE0613}" dt="2022-12-05T02:57:28.089" v="535" actId="1076"/>
          <ac:spMkLst>
            <pc:docMk/>
            <pc:sldMk cId="3937391463" sldId="272"/>
            <ac:spMk id="21" creationId="{E9E7E647-DFE7-AAE0-2B09-552198CF4245}"/>
          </ac:spMkLst>
        </pc:spChg>
        <pc:picChg chg="add del">
          <ac:chgData name="Nguyen, Tram Anh" userId="S::anguyen6@una.edu::bfb3b3ff-9d66-47fa-a8a1-aade41fb63d4" providerId="AD" clId="Web-{4EA97F08-B782-4BDC-8372-533D11AE0613}" dt="2022-12-05T02:56:06.476" v="498"/>
          <ac:picMkLst>
            <pc:docMk/>
            <pc:sldMk cId="3937391463" sldId="272"/>
            <ac:picMk id="2" creationId="{8EA0B75A-08CD-4393-3C54-84132A5268E9}"/>
          </ac:picMkLst>
        </pc:picChg>
        <pc:picChg chg="add del">
          <ac:chgData name="Nguyen, Tram Anh" userId="S::anguyen6@una.edu::bfb3b3ff-9d66-47fa-a8a1-aade41fb63d4" providerId="AD" clId="Web-{4EA97F08-B782-4BDC-8372-533D11AE0613}" dt="2022-12-05T02:56:06.476" v="496"/>
          <ac:picMkLst>
            <pc:docMk/>
            <pc:sldMk cId="3937391463" sldId="272"/>
            <ac:picMk id="4" creationId="{AE769DFA-7FBF-5C39-A7EC-4E66CB9E0835}"/>
          </ac:picMkLst>
        </pc:picChg>
        <pc:picChg chg="add del">
          <ac:chgData name="Nguyen, Tram Anh" userId="S::anguyen6@una.edu::bfb3b3ff-9d66-47fa-a8a1-aade41fb63d4" providerId="AD" clId="Web-{4EA97F08-B782-4BDC-8372-533D11AE0613}" dt="2022-12-05T02:56:06.476" v="495"/>
          <ac:picMkLst>
            <pc:docMk/>
            <pc:sldMk cId="3937391463" sldId="272"/>
            <ac:picMk id="5" creationId="{7CCC8D31-FC3A-2C0A-E1DC-120426B09A6B}"/>
          </ac:picMkLst>
        </pc:picChg>
        <pc:picChg chg="add mod">
          <ac:chgData name="Nguyen, Tram Anh" userId="S::anguyen6@una.edu::bfb3b3ff-9d66-47fa-a8a1-aade41fb63d4" providerId="AD" clId="Web-{4EA97F08-B782-4BDC-8372-533D11AE0613}" dt="2022-12-05T02:57:28.011" v="526" actId="1076"/>
          <ac:picMkLst>
            <pc:docMk/>
            <pc:sldMk cId="3937391463" sldId="272"/>
            <ac:picMk id="11" creationId="{73914024-21F8-60EA-A305-5362F2E04FE8}"/>
          </ac:picMkLst>
        </pc:picChg>
        <pc:picChg chg="add mod">
          <ac:chgData name="Nguyen, Tram Anh" userId="S::anguyen6@una.edu::bfb3b3ff-9d66-47fa-a8a1-aade41fb63d4" providerId="AD" clId="Web-{4EA97F08-B782-4BDC-8372-533D11AE0613}" dt="2022-12-05T02:57:28.058" v="528" actId="1076"/>
          <ac:picMkLst>
            <pc:docMk/>
            <pc:sldMk cId="3937391463" sldId="272"/>
            <ac:picMk id="13" creationId="{211DAC0A-A5AC-8CA0-7157-F0920A2C649E}"/>
          </ac:picMkLst>
        </pc:picChg>
        <pc:picChg chg="add mod">
          <ac:chgData name="Nguyen, Tram Anh" userId="S::anguyen6@una.edu::bfb3b3ff-9d66-47fa-a8a1-aade41fb63d4" providerId="AD" clId="Web-{4EA97F08-B782-4BDC-8372-533D11AE0613}" dt="2022-12-05T02:57:28.074" v="529" actId="1076"/>
          <ac:picMkLst>
            <pc:docMk/>
            <pc:sldMk cId="3937391463" sldId="272"/>
            <ac:picMk id="14" creationId="{14B5D6DD-6E2E-D6C3-6A45-001E85541A15}"/>
          </ac:picMkLst>
        </pc:picChg>
        <pc:cxnChg chg="add del">
          <ac:chgData name="Nguyen, Tram Anh" userId="S::anguyen6@una.edu::bfb3b3ff-9d66-47fa-a8a1-aade41fb63d4" providerId="AD" clId="Web-{4EA97F08-B782-4BDC-8372-533D11AE0613}" dt="2022-12-05T02:56:06.476" v="492"/>
          <ac:cxnSpMkLst>
            <pc:docMk/>
            <pc:sldMk cId="3937391463" sldId="272"/>
            <ac:cxnSpMk id="8" creationId="{5D3247A2-7563-9ACB-9DB8-E11A6CD4DA3A}"/>
          </ac:cxnSpMkLst>
        </pc:cxnChg>
        <pc:cxnChg chg="add del">
          <ac:chgData name="Nguyen, Tram Anh" userId="S::anguyen6@una.edu::bfb3b3ff-9d66-47fa-a8a1-aade41fb63d4" providerId="AD" clId="Web-{4EA97F08-B782-4BDC-8372-533D11AE0613}" dt="2022-12-05T02:56:06.476" v="491"/>
          <ac:cxnSpMkLst>
            <pc:docMk/>
            <pc:sldMk cId="3937391463" sldId="272"/>
            <ac:cxnSpMk id="9" creationId="{F08A4E49-397B-3EB7-E0CB-5D2E8E5EAAD3}"/>
          </ac:cxnSpMkLst>
        </pc:cxnChg>
        <pc:cxnChg chg="add del">
          <ac:chgData name="Nguyen, Tram Anh" userId="S::anguyen6@una.edu::bfb3b3ff-9d66-47fa-a8a1-aade41fb63d4" providerId="AD" clId="Web-{4EA97F08-B782-4BDC-8372-533D11AE0613}" dt="2022-12-05T02:56:06.461" v="490"/>
          <ac:cxnSpMkLst>
            <pc:docMk/>
            <pc:sldMk cId="3937391463" sldId="272"/>
            <ac:cxnSpMk id="10" creationId="{B01DF93F-2814-DCCD-0DE9-559D68347808}"/>
          </ac:cxnSpMkLst>
        </pc:cxnChg>
        <pc:cxnChg chg="add mod">
          <ac:chgData name="Nguyen, Tram Anh" userId="S::anguyen6@una.edu::bfb3b3ff-9d66-47fa-a8a1-aade41fb63d4" providerId="AD" clId="Web-{4EA97F08-B782-4BDC-8372-533D11AE0613}" dt="2022-12-05T02:57:28.089" v="532" actId="1076"/>
          <ac:cxnSpMkLst>
            <pc:docMk/>
            <pc:sldMk cId="3937391463" sldId="272"/>
            <ac:cxnSpMk id="17" creationId="{9FC0EDD0-BF1B-B3D0-A03B-648245721BD4}"/>
          </ac:cxnSpMkLst>
        </pc:cxnChg>
        <pc:cxnChg chg="add mod">
          <ac:chgData name="Nguyen, Tram Anh" userId="S::anguyen6@una.edu::bfb3b3ff-9d66-47fa-a8a1-aade41fb63d4" providerId="AD" clId="Web-{4EA97F08-B782-4BDC-8372-533D11AE0613}" dt="2022-12-05T02:57:28.089" v="533" actId="1076"/>
          <ac:cxnSpMkLst>
            <pc:docMk/>
            <pc:sldMk cId="3937391463" sldId="272"/>
            <ac:cxnSpMk id="18" creationId="{D6A2D8BD-2604-F2B2-247B-D2DA419A0B56}"/>
          </ac:cxnSpMkLst>
        </pc:cxnChg>
        <pc:cxnChg chg="add mod">
          <ac:chgData name="Nguyen, Tram Anh" userId="S::anguyen6@una.edu::bfb3b3ff-9d66-47fa-a8a1-aade41fb63d4" providerId="AD" clId="Web-{4EA97F08-B782-4BDC-8372-533D11AE0613}" dt="2022-12-05T02:57:28.089" v="534" actId="1076"/>
          <ac:cxnSpMkLst>
            <pc:docMk/>
            <pc:sldMk cId="3937391463" sldId="272"/>
            <ac:cxnSpMk id="19" creationId="{39B6527E-B423-1486-CC47-6F9CEB077C50}"/>
          </ac:cxnSpMkLst>
        </pc:cxnChg>
      </pc:sldChg>
      <pc:sldChg chg="add del replId">
        <pc:chgData name="Nguyen, Tram Anh" userId="S::anguyen6@una.edu::bfb3b3ff-9d66-47fa-a8a1-aade41fb63d4" providerId="AD" clId="Web-{4EA97F08-B782-4BDC-8372-533D11AE0613}" dt="2022-12-05T02:57:39.121" v="536"/>
        <pc:sldMkLst>
          <pc:docMk/>
          <pc:sldMk cId="1768675456" sldId="273"/>
        </pc:sldMkLst>
      </pc:sldChg>
      <pc:sldMasterChg chg="add del addSldLayout delSldLayout">
        <pc:chgData name="Nguyen, Tram Anh" userId="S::anguyen6@una.edu::bfb3b3ff-9d66-47fa-a8a1-aade41fb63d4" providerId="AD" clId="Web-{4EA97F08-B782-4BDC-8372-533D11AE0613}" dt="2022-12-05T02:39:58.091" v="31"/>
        <pc:sldMasterMkLst>
          <pc:docMk/>
          <pc:sldMasterMk cId="2460954070" sldId="2147483660"/>
        </pc:sldMasterMkLst>
        <pc:sldLayoutChg chg="add del">
          <pc:chgData name="Nguyen, Tram Anh" userId="S::anguyen6@una.edu::bfb3b3ff-9d66-47fa-a8a1-aade41fb63d4" providerId="AD" clId="Web-{4EA97F08-B782-4BDC-8372-533D11AE0613}" dt="2022-12-05T02:39:58.091" v="31"/>
          <pc:sldLayoutMkLst>
            <pc:docMk/>
            <pc:sldMasterMk cId="2460954070" sldId="2147483660"/>
            <pc:sldLayoutMk cId="2385387890" sldId="2147483661"/>
          </pc:sldLayoutMkLst>
        </pc:sldLayoutChg>
        <pc:sldLayoutChg chg="add del">
          <pc:chgData name="Nguyen, Tram Anh" userId="S::anguyen6@una.edu::bfb3b3ff-9d66-47fa-a8a1-aade41fb63d4" providerId="AD" clId="Web-{4EA97F08-B782-4BDC-8372-533D11AE0613}" dt="2022-12-05T02:39:58.091" v="31"/>
          <pc:sldLayoutMkLst>
            <pc:docMk/>
            <pc:sldMasterMk cId="2460954070" sldId="2147483660"/>
            <pc:sldLayoutMk cId="949138452" sldId="2147483662"/>
          </pc:sldLayoutMkLst>
        </pc:sldLayoutChg>
        <pc:sldLayoutChg chg="add del">
          <pc:chgData name="Nguyen, Tram Anh" userId="S::anguyen6@una.edu::bfb3b3ff-9d66-47fa-a8a1-aade41fb63d4" providerId="AD" clId="Web-{4EA97F08-B782-4BDC-8372-533D11AE0613}" dt="2022-12-05T02:39:58.091" v="31"/>
          <pc:sldLayoutMkLst>
            <pc:docMk/>
            <pc:sldMasterMk cId="2460954070" sldId="2147483660"/>
            <pc:sldLayoutMk cId="2591524520" sldId="2147483663"/>
          </pc:sldLayoutMkLst>
        </pc:sldLayoutChg>
        <pc:sldLayoutChg chg="add del">
          <pc:chgData name="Nguyen, Tram Anh" userId="S::anguyen6@una.edu::bfb3b3ff-9d66-47fa-a8a1-aade41fb63d4" providerId="AD" clId="Web-{4EA97F08-B782-4BDC-8372-533D11AE0613}" dt="2022-12-05T02:39:58.091" v="31"/>
          <pc:sldLayoutMkLst>
            <pc:docMk/>
            <pc:sldMasterMk cId="2460954070" sldId="2147483660"/>
            <pc:sldLayoutMk cId="1203092039" sldId="2147483664"/>
          </pc:sldLayoutMkLst>
        </pc:sldLayoutChg>
        <pc:sldLayoutChg chg="add del">
          <pc:chgData name="Nguyen, Tram Anh" userId="S::anguyen6@una.edu::bfb3b3ff-9d66-47fa-a8a1-aade41fb63d4" providerId="AD" clId="Web-{4EA97F08-B782-4BDC-8372-533D11AE0613}" dt="2022-12-05T02:39:58.091" v="31"/>
          <pc:sldLayoutMkLst>
            <pc:docMk/>
            <pc:sldMasterMk cId="2460954070" sldId="2147483660"/>
            <pc:sldLayoutMk cId="3733172339" sldId="2147483665"/>
          </pc:sldLayoutMkLst>
        </pc:sldLayoutChg>
        <pc:sldLayoutChg chg="add del">
          <pc:chgData name="Nguyen, Tram Anh" userId="S::anguyen6@una.edu::bfb3b3ff-9d66-47fa-a8a1-aade41fb63d4" providerId="AD" clId="Web-{4EA97F08-B782-4BDC-8372-533D11AE0613}" dt="2022-12-05T02:39:58.091" v="31"/>
          <pc:sldLayoutMkLst>
            <pc:docMk/>
            <pc:sldMasterMk cId="2460954070" sldId="2147483660"/>
            <pc:sldLayoutMk cId="3210312558" sldId="2147483666"/>
          </pc:sldLayoutMkLst>
        </pc:sldLayoutChg>
        <pc:sldLayoutChg chg="add del">
          <pc:chgData name="Nguyen, Tram Anh" userId="S::anguyen6@una.edu::bfb3b3ff-9d66-47fa-a8a1-aade41fb63d4" providerId="AD" clId="Web-{4EA97F08-B782-4BDC-8372-533D11AE0613}" dt="2022-12-05T02:39:58.091" v="31"/>
          <pc:sldLayoutMkLst>
            <pc:docMk/>
            <pc:sldMasterMk cId="2460954070" sldId="2147483660"/>
            <pc:sldLayoutMk cId="3146388984" sldId="2147483667"/>
          </pc:sldLayoutMkLst>
        </pc:sldLayoutChg>
        <pc:sldLayoutChg chg="add del">
          <pc:chgData name="Nguyen, Tram Anh" userId="S::anguyen6@una.edu::bfb3b3ff-9d66-47fa-a8a1-aade41fb63d4" providerId="AD" clId="Web-{4EA97F08-B782-4BDC-8372-533D11AE0613}" dt="2022-12-05T02:39:58.091" v="31"/>
          <pc:sldLayoutMkLst>
            <pc:docMk/>
            <pc:sldMasterMk cId="2460954070" sldId="2147483660"/>
            <pc:sldLayoutMk cId="3171841454" sldId="2147483668"/>
          </pc:sldLayoutMkLst>
        </pc:sldLayoutChg>
        <pc:sldLayoutChg chg="add del">
          <pc:chgData name="Nguyen, Tram Anh" userId="S::anguyen6@una.edu::bfb3b3ff-9d66-47fa-a8a1-aade41fb63d4" providerId="AD" clId="Web-{4EA97F08-B782-4BDC-8372-533D11AE0613}" dt="2022-12-05T02:39:58.091" v="31"/>
          <pc:sldLayoutMkLst>
            <pc:docMk/>
            <pc:sldMasterMk cId="2460954070" sldId="2147483660"/>
            <pc:sldLayoutMk cId="1718958274" sldId="2147483669"/>
          </pc:sldLayoutMkLst>
        </pc:sldLayoutChg>
        <pc:sldLayoutChg chg="add del">
          <pc:chgData name="Nguyen, Tram Anh" userId="S::anguyen6@una.edu::bfb3b3ff-9d66-47fa-a8a1-aade41fb63d4" providerId="AD" clId="Web-{4EA97F08-B782-4BDC-8372-533D11AE0613}" dt="2022-12-05T02:39:58.091" v="31"/>
          <pc:sldLayoutMkLst>
            <pc:docMk/>
            <pc:sldMasterMk cId="2460954070" sldId="2147483660"/>
            <pc:sldLayoutMk cId="2202905451" sldId="2147483670"/>
          </pc:sldLayoutMkLst>
        </pc:sldLayoutChg>
        <pc:sldLayoutChg chg="add del">
          <pc:chgData name="Nguyen, Tram Anh" userId="S::anguyen6@una.edu::bfb3b3ff-9d66-47fa-a8a1-aade41fb63d4" providerId="AD" clId="Web-{4EA97F08-B782-4BDC-8372-533D11AE0613}" dt="2022-12-05T02:39:58.091" v="31"/>
          <pc:sldLayoutMkLst>
            <pc:docMk/>
            <pc:sldMasterMk cId="2460954070" sldId="2147483660"/>
            <pc:sldLayoutMk cId="3479445657" sldId="2147483671"/>
          </pc:sldLayoutMkLst>
        </pc:sldLayoutChg>
      </pc:sldMasterChg>
      <pc:sldMasterChg chg="add del addSldLayout delSldLayout modSldLayout">
        <pc:chgData name="Nguyen, Tram Anh" userId="S::anguyen6@una.edu::bfb3b3ff-9d66-47fa-a8a1-aade41fb63d4" providerId="AD" clId="Web-{4EA97F08-B782-4BDC-8372-533D11AE0613}" dt="2022-12-05T02:39:58.091" v="31"/>
        <pc:sldMasterMkLst>
          <pc:docMk/>
          <pc:sldMasterMk cId="308037431" sldId="2147483672"/>
        </pc:sldMasterMkLst>
        <pc:sldLayoutChg chg="add del mod replId">
          <pc:chgData name="Nguyen, Tram Anh" userId="S::anguyen6@una.edu::bfb3b3ff-9d66-47fa-a8a1-aade41fb63d4" providerId="AD" clId="Web-{4EA97F08-B782-4BDC-8372-533D11AE0613}" dt="2022-12-05T02:39:58.091" v="31"/>
          <pc:sldLayoutMkLst>
            <pc:docMk/>
            <pc:sldMasterMk cId="308037431" sldId="2147483672"/>
            <pc:sldLayoutMk cId="1646957725" sldId="2147483673"/>
          </pc:sldLayoutMkLst>
        </pc:sldLayoutChg>
        <pc:sldLayoutChg chg="add del mod replId">
          <pc:chgData name="Nguyen, Tram Anh" userId="S::anguyen6@una.edu::bfb3b3ff-9d66-47fa-a8a1-aade41fb63d4" providerId="AD" clId="Web-{4EA97F08-B782-4BDC-8372-533D11AE0613}" dt="2022-12-05T02:39:58.091" v="31"/>
          <pc:sldLayoutMkLst>
            <pc:docMk/>
            <pc:sldMasterMk cId="308037431" sldId="2147483672"/>
            <pc:sldLayoutMk cId="499503984" sldId="2147483674"/>
          </pc:sldLayoutMkLst>
        </pc:sldLayoutChg>
        <pc:sldLayoutChg chg="add del mod replId">
          <pc:chgData name="Nguyen, Tram Anh" userId="S::anguyen6@una.edu::bfb3b3ff-9d66-47fa-a8a1-aade41fb63d4" providerId="AD" clId="Web-{4EA97F08-B782-4BDC-8372-533D11AE0613}" dt="2022-12-05T02:39:58.091" v="31"/>
          <pc:sldLayoutMkLst>
            <pc:docMk/>
            <pc:sldMasterMk cId="308037431" sldId="2147483672"/>
            <pc:sldLayoutMk cId="1683325710" sldId="2147483675"/>
          </pc:sldLayoutMkLst>
        </pc:sldLayoutChg>
        <pc:sldLayoutChg chg="add del mod replId">
          <pc:chgData name="Nguyen, Tram Anh" userId="S::anguyen6@una.edu::bfb3b3ff-9d66-47fa-a8a1-aade41fb63d4" providerId="AD" clId="Web-{4EA97F08-B782-4BDC-8372-533D11AE0613}" dt="2022-12-05T02:39:58.091" v="31"/>
          <pc:sldLayoutMkLst>
            <pc:docMk/>
            <pc:sldMasterMk cId="308037431" sldId="2147483672"/>
            <pc:sldLayoutMk cId="2192284112" sldId="2147483676"/>
          </pc:sldLayoutMkLst>
        </pc:sldLayoutChg>
        <pc:sldLayoutChg chg="add del mod replId">
          <pc:chgData name="Nguyen, Tram Anh" userId="S::anguyen6@una.edu::bfb3b3ff-9d66-47fa-a8a1-aade41fb63d4" providerId="AD" clId="Web-{4EA97F08-B782-4BDC-8372-533D11AE0613}" dt="2022-12-05T02:39:58.091" v="31"/>
          <pc:sldLayoutMkLst>
            <pc:docMk/>
            <pc:sldMasterMk cId="308037431" sldId="2147483672"/>
            <pc:sldLayoutMk cId="2862138371" sldId="2147483677"/>
          </pc:sldLayoutMkLst>
        </pc:sldLayoutChg>
        <pc:sldLayoutChg chg="add del mod replId">
          <pc:chgData name="Nguyen, Tram Anh" userId="S::anguyen6@una.edu::bfb3b3ff-9d66-47fa-a8a1-aade41fb63d4" providerId="AD" clId="Web-{4EA97F08-B782-4BDC-8372-533D11AE0613}" dt="2022-12-05T02:39:58.091" v="31"/>
          <pc:sldLayoutMkLst>
            <pc:docMk/>
            <pc:sldMasterMk cId="308037431" sldId="2147483672"/>
            <pc:sldLayoutMk cId="3991020933" sldId="2147483678"/>
          </pc:sldLayoutMkLst>
        </pc:sldLayoutChg>
        <pc:sldLayoutChg chg="add del mod replId">
          <pc:chgData name="Nguyen, Tram Anh" userId="S::anguyen6@una.edu::bfb3b3ff-9d66-47fa-a8a1-aade41fb63d4" providerId="AD" clId="Web-{4EA97F08-B782-4BDC-8372-533D11AE0613}" dt="2022-12-05T02:39:58.091" v="31"/>
          <pc:sldLayoutMkLst>
            <pc:docMk/>
            <pc:sldMasterMk cId="308037431" sldId="2147483672"/>
            <pc:sldLayoutMk cId="4008180627" sldId="2147483679"/>
          </pc:sldLayoutMkLst>
        </pc:sldLayoutChg>
        <pc:sldLayoutChg chg="add del mod replId">
          <pc:chgData name="Nguyen, Tram Anh" userId="S::anguyen6@una.edu::bfb3b3ff-9d66-47fa-a8a1-aade41fb63d4" providerId="AD" clId="Web-{4EA97F08-B782-4BDC-8372-533D11AE0613}" dt="2022-12-05T02:39:58.091" v="31"/>
          <pc:sldLayoutMkLst>
            <pc:docMk/>
            <pc:sldMasterMk cId="308037431" sldId="2147483672"/>
            <pc:sldLayoutMk cId="2720938605" sldId="2147483680"/>
          </pc:sldLayoutMkLst>
        </pc:sldLayoutChg>
        <pc:sldLayoutChg chg="add del mod replId">
          <pc:chgData name="Nguyen, Tram Anh" userId="S::anguyen6@una.edu::bfb3b3ff-9d66-47fa-a8a1-aade41fb63d4" providerId="AD" clId="Web-{4EA97F08-B782-4BDC-8372-533D11AE0613}" dt="2022-12-05T02:39:58.091" v="31"/>
          <pc:sldLayoutMkLst>
            <pc:docMk/>
            <pc:sldMasterMk cId="308037431" sldId="2147483672"/>
            <pc:sldLayoutMk cId="1937632382" sldId="2147483681"/>
          </pc:sldLayoutMkLst>
        </pc:sldLayoutChg>
        <pc:sldLayoutChg chg="add del mod replId">
          <pc:chgData name="Nguyen, Tram Anh" userId="S::anguyen6@una.edu::bfb3b3ff-9d66-47fa-a8a1-aade41fb63d4" providerId="AD" clId="Web-{4EA97F08-B782-4BDC-8372-533D11AE0613}" dt="2022-12-05T02:39:58.091" v="31"/>
          <pc:sldLayoutMkLst>
            <pc:docMk/>
            <pc:sldMasterMk cId="308037431" sldId="2147483672"/>
            <pc:sldLayoutMk cId="4191854359" sldId="2147483682"/>
          </pc:sldLayoutMkLst>
        </pc:sldLayoutChg>
        <pc:sldLayoutChg chg="add del mod replId">
          <pc:chgData name="Nguyen, Tram Anh" userId="S::anguyen6@una.edu::bfb3b3ff-9d66-47fa-a8a1-aade41fb63d4" providerId="AD" clId="Web-{4EA97F08-B782-4BDC-8372-533D11AE0613}" dt="2022-12-05T02:39:58.091" v="31"/>
          <pc:sldLayoutMkLst>
            <pc:docMk/>
            <pc:sldMasterMk cId="308037431" sldId="2147483672"/>
            <pc:sldLayoutMk cId="4109187110" sldId="214748368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6ECA21-9782-4E12-8899-BD202037A016}" type="datetimeFigureOut">
              <a:rPr lang="en-US" smtClean="0"/>
              <a:t>5/2/2025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F3289B-BDC9-4065-B3FE-A0C426E5903A}" type="slidenum">
              <a:rPr lang="en-US" smtClean="0"/>
              <a:t>‹#›</a:t>
            </a:fld>
            <a:endParaRPr lang="en-US"/>
          </a:p>
        </p:txBody>
      </p:sp>
    </p:spTree>
    <p:extLst>
      <p:ext uri="{BB962C8B-B14F-4D97-AF65-F5344CB8AC3E}">
        <p14:creationId xmlns:p14="http://schemas.microsoft.com/office/powerpoint/2010/main" val="2405306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F3289B-BDC9-4065-B3FE-A0C426E5903A}" type="slidenum">
              <a:rPr lang="en-US" smtClean="0"/>
              <a:t>12</a:t>
            </a:fld>
            <a:endParaRPr lang="en-US"/>
          </a:p>
        </p:txBody>
      </p:sp>
    </p:spTree>
    <p:extLst>
      <p:ext uri="{BB962C8B-B14F-4D97-AF65-F5344CB8AC3E}">
        <p14:creationId xmlns:p14="http://schemas.microsoft.com/office/powerpoint/2010/main" val="28197678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846CE7D5-CF57-46EF-B807-FDD0502418D4}" type="datetimeFigureOut">
              <a:rPr lang="en-US" smtClean="0"/>
              <a:t>5/2/2025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330EA680-D336-4FF7-8B7A-9848BB0A1C32}"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1622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58309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8971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977351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5/2/2025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4719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5/2/2025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15104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1318612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92400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066647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64181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9715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56991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304645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259280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07032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839514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2435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46CE7D5-CF57-46EF-B807-FDD0502418D4}" type="datetimeFigureOut">
              <a:rPr lang="en-US" smtClean="0"/>
              <a:t>5/2/2025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99130051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12.jpeg"/><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0.jpe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20.jpe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21.jpeg"/></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2.jpeg"/><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10FC74A-BB52-8F5D-40A2-A721821FE2B2}"/>
              </a:ext>
            </a:extLst>
          </p:cNvPr>
          <p:cNvSpPr>
            <a:spLocks noGrp="1"/>
          </p:cNvSpPr>
          <p:nvPr/>
        </p:nvSpPr>
        <p:spPr>
          <a:xfrm>
            <a:off x="1680218" y="330692"/>
            <a:ext cx="8825658" cy="2330844"/>
          </a:xfrm>
          <a:prstGeom prst="rect">
            <a:avLst/>
          </a:prstGeom>
          <a:solidFill>
            <a:schemeClr val="accent5">
              <a:lumMod val="20000"/>
              <a:lumOff val="80000"/>
            </a:schemeClr>
          </a:solidFill>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6000">
                <a:latin typeface="Times New Roman"/>
                <a:cs typeface="Times New Roman"/>
              </a:rPr>
              <a:t>UNA Events App</a:t>
            </a:r>
            <a:endParaRPr lang="en-US">
              <a:latin typeface="Calibri Light" panose="020F0302020204030204"/>
              <a:cs typeface="Calibri Light" panose="020F0302020204030204"/>
            </a:endParaRPr>
          </a:p>
          <a:p>
            <a:pPr algn="ctr"/>
            <a:r>
              <a:rPr lang="en-US" sz="6000">
                <a:latin typeface="Times New Roman"/>
                <a:cs typeface="Times New Roman"/>
              </a:rPr>
              <a:t>Final Project Paper</a:t>
            </a:r>
            <a:endParaRPr lang="en-US">
              <a:cs typeface="Calibri Light" panose="020F0302020204030204"/>
            </a:endParaRPr>
          </a:p>
        </p:txBody>
      </p:sp>
      <p:sp>
        <p:nvSpPr>
          <p:cNvPr id="5" name="TextBox 2">
            <a:extLst>
              <a:ext uri="{FF2B5EF4-FFF2-40B4-BE49-F238E27FC236}">
                <a16:creationId xmlns:a16="http://schemas.microsoft.com/office/drawing/2014/main" id="{9EEB4FAC-E08A-D4DC-9827-CC79BD6D7E6A}"/>
              </a:ext>
            </a:extLst>
          </p:cNvPr>
          <p:cNvSpPr txBox="1"/>
          <p:nvPr/>
        </p:nvSpPr>
        <p:spPr>
          <a:xfrm>
            <a:off x="4360999" y="2820383"/>
            <a:ext cx="3561795" cy="246221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dirty="0">
                <a:latin typeface="Times New Roman"/>
                <a:cs typeface="Segoe UI"/>
              </a:rPr>
              <a:t>Professor Ronald Davis </a:t>
            </a:r>
          </a:p>
          <a:p>
            <a:pPr algn="ctr"/>
            <a:r>
              <a:rPr lang="en-US" sz="2200" dirty="0">
                <a:latin typeface="Times New Roman"/>
                <a:cs typeface="Segoe UI"/>
              </a:rPr>
              <a:t>May 2, 2025</a:t>
            </a:r>
            <a:r>
              <a:rPr lang="en-US" sz="2200" dirty="0">
                <a:latin typeface="Times New Roman"/>
                <a:cs typeface="Calibri"/>
              </a:rPr>
              <a:t> </a:t>
            </a:r>
          </a:p>
          <a:p>
            <a:pPr algn="ctr"/>
            <a:endParaRPr lang="en-US" sz="2200" dirty="0">
              <a:latin typeface="Times New Roman"/>
              <a:cs typeface="Segoe UI"/>
            </a:endParaRPr>
          </a:p>
          <a:p>
            <a:pPr algn="ctr"/>
            <a:r>
              <a:rPr lang="en-US" sz="2200" dirty="0" err="1">
                <a:latin typeface="Times New Roman"/>
                <a:cs typeface="Segoe UI"/>
              </a:rPr>
              <a:t>Nhu</a:t>
            </a:r>
            <a:r>
              <a:rPr lang="en-US" sz="2200" dirty="0">
                <a:latin typeface="Times New Roman"/>
                <a:cs typeface="Segoe UI"/>
              </a:rPr>
              <a:t> Tran</a:t>
            </a:r>
          </a:p>
          <a:p>
            <a:pPr algn="ctr"/>
            <a:r>
              <a:rPr lang="en-US" sz="2200" dirty="0">
                <a:latin typeface="Times New Roman"/>
                <a:cs typeface="Segoe UI"/>
              </a:rPr>
              <a:t>Tuyet Nguyen</a:t>
            </a:r>
            <a:endParaRPr lang="en-US" sz="2200" dirty="0">
              <a:latin typeface="Times New Roman"/>
              <a:cs typeface="Calibri"/>
            </a:endParaRPr>
          </a:p>
          <a:p>
            <a:pPr algn="ctr"/>
            <a:r>
              <a:rPr lang="en-US" sz="2200" dirty="0" err="1">
                <a:latin typeface="Times New Roman"/>
                <a:cs typeface="Segoe UI"/>
              </a:rPr>
              <a:t>Thuan</a:t>
            </a:r>
            <a:r>
              <a:rPr lang="en-US" sz="2200" dirty="0">
                <a:latin typeface="Times New Roman"/>
                <a:cs typeface="Segoe UI"/>
              </a:rPr>
              <a:t> Nguyen</a:t>
            </a:r>
          </a:p>
          <a:p>
            <a:pPr algn="ctr"/>
            <a:endParaRPr lang="en-US" sz="2200" dirty="0">
              <a:latin typeface="Times New Roman"/>
              <a:cs typeface="Times New Roman"/>
            </a:endParaRPr>
          </a:p>
        </p:txBody>
      </p:sp>
    </p:spTree>
    <p:extLst>
      <p:ext uri="{BB962C8B-B14F-4D97-AF65-F5344CB8AC3E}">
        <p14:creationId xmlns:p14="http://schemas.microsoft.com/office/powerpoint/2010/main" val="1644635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2BE0103-F028-B8AD-D928-2F54A3E7AD68}"/>
              </a:ext>
            </a:extLst>
          </p:cNvPr>
          <p:cNvSpPr>
            <a:spLocks noGrp="1"/>
          </p:cNvSpPr>
          <p:nvPr/>
        </p:nvSpPr>
        <p:spPr>
          <a:xfrm>
            <a:off x="1680218" y="1151876"/>
            <a:ext cx="8825658" cy="1176748"/>
          </a:xfrm>
          <a:prstGeom prst="rect">
            <a:avLst/>
          </a:prstGeom>
          <a:solidFill>
            <a:schemeClr val="accent5">
              <a:lumMod val="20000"/>
              <a:lumOff val="80000"/>
            </a:schemeClr>
          </a:solidFill>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US" sz="6000">
              <a:latin typeface="Times New Roman"/>
              <a:cs typeface="Times New Roman"/>
            </a:endParaRPr>
          </a:p>
        </p:txBody>
      </p:sp>
      <p:sp>
        <p:nvSpPr>
          <p:cNvPr id="5" name="Title 1">
            <a:extLst>
              <a:ext uri="{FF2B5EF4-FFF2-40B4-BE49-F238E27FC236}">
                <a16:creationId xmlns:a16="http://schemas.microsoft.com/office/drawing/2014/main" id="{0EAA4EC0-2B18-4FDD-F4A7-9DED9396BE5E}"/>
              </a:ext>
            </a:extLst>
          </p:cNvPr>
          <p:cNvSpPr>
            <a:spLocks noGrp="1"/>
          </p:cNvSpPr>
          <p:nvPr>
            <p:ph type="title"/>
          </p:nvPr>
        </p:nvSpPr>
        <p:spPr>
          <a:xfrm>
            <a:off x="838201" y="1060542"/>
            <a:ext cx="10515600" cy="1325563"/>
          </a:xfrm>
        </p:spPr>
        <p:txBody>
          <a:bodyPr/>
          <a:lstStyle/>
          <a:p>
            <a:pPr algn="ctr"/>
            <a:r>
              <a:rPr lang="en-US">
                <a:latin typeface="Times New Roman"/>
                <a:cs typeface="Calibri Light"/>
              </a:rPr>
              <a:t>Table of Contents</a:t>
            </a:r>
            <a:endParaRPr lang="en-US">
              <a:cs typeface="Calibri Light" panose="020F0302020204030204"/>
            </a:endParaRPr>
          </a:p>
        </p:txBody>
      </p:sp>
      <p:sp>
        <p:nvSpPr>
          <p:cNvPr id="7" name="TextBox 2">
            <a:extLst>
              <a:ext uri="{FF2B5EF4-FFF2-40B4-BE49-F238E27FC236}">
                <a16:creationId xmlns:a16="http://schemas.microsoft.com/office/drawing/2014/main" id="{55D40D2E-9BAF-F8B0-9434-94035552D339}"/>
              </a:ext>
            </a:extLst>
          </p:cNvPr>
          <p:cNvSpPr txBox="1"/>
          <p:nvPr/>
        </p:nvSpPr>
        <p:spPr>
          <a:xfrm>
            <a:off x="2512381" y="2963662"/>
            <a:ext cx="7174636" cy="212365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a:latin typeface="Times New Roman"/>
                <a:cs typeface="Times New Roman"/>
              </a:rPr>
              <a:t>I. Problem Statement and Feasibility Study</a:t>
            </a:r>
            <a:endParaRPr lang="en-US"/>
          </a:p>
          <a:p>
            <a:pPr algn="ctr"/>
            <a:r>
              <a:rPr lang="en-US" sz="2200">
                <a:latin typeface="Times New Roman"/>
                <a:cs typeface="Times New Roman"/>
              </a:rPr>
              <a:t>II. Brief Review of Requirements Analysis and Specification </a:t>
            </a:r>
            <a:endParaRPr lang="en-US"/>
          </a:p>
          <a:p>
            <a:pPr algn="ctr"/>
            <a:r>
              <a:rPr lang="en-US" sz="2200">
                <a:latin typeface="Times New Roman"/>
                <a:cs typeface="Times New Roman"/>
              </a:rPr>
              <a:t>III. Preliminary Design </a:t>
            </a:r>
          </a:p>
          <a:p>
            <a:pPr algn="ctr"/>
            <a:r>
              <a:rPr lang="en-US" sz="2200">
                <a:latin typeface="Times New Roman"/>
                <a:cs typeface="Times New Roman"/>
              </a:rPr>
              <a:t>IV. Detailed Design</a:t>
            </a:r>
          </a:p>
          <a:p>
            <a:pPr algn="ctr"/>
            <a:r>
              <a:rPr lang="en-US" sz="2200">
                <a:latin typeface="Times New Roman"/>
                <a:cs typeface="Times New Roman"/>
              </a:rPr>
              <a:t>V. Project Management </a:t>
            </a:r>
          </a:p>
          <a:p>
            <a:pPr algn="ctr"/>
            <a:r>
              <a:rPr lang="en-US" sz="2200">
                <a:latin typeface="Times New Roman"/>
                <a:cs typeface="Times New Roman"/>
              </a:rPr>
              <a:t>VI. Mockup of Prototype </a:t>
            </a:r>
          </a:p>
        </p:txBody>
      </p:sp>
      <p:cxnSp>
        <p:nvCxnSpPr>
          <p:cNvPr id="8" name="Straight Arrow Connector 7">
            <a:extLst>
              <a:ext uri="{FF2B5EF4-FFF2-40B4-BE49-F238E27FC236}">
                <a16:creationId xmlns:a16="http://schemas.microsoft.com/office/drawing/2014/main" id="{0647BFC1-5CB2-66E0-ABB4-FE254DF0C8B5}"/>
              </a:ext>
            </a:extLst>
          </p:cNvPr>
          <p:cNvCxnSpPr/>
          <p:nvPr/>
        </p:nvCxnSpPr>
        <p:spPr>
          <a:xfrm>
            <a:off x="4751034" y="2468732"/>
            <a:ext cx="2682535" cy="11836"/>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3715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E1AF327-0B39-0D1F-8DE8-0C08E7990963}"/>
              </a:ext>
            </a:extLst>
          </p:cNvPr>
          <p:cNvSpPr>
            <a:spLocks noGrp="1"/>
          </p:cNvSpPr>
          <p:nvPr/>
        </p:nvSpPr>
        <p:spPr>
          <a:xfrm>
            <a:off x="859" y="5177"/>
            <a:ext cx="12191774" cy="1110166"/>
          </a:xfrm>
          <a:prstGeom prst="rect">
            <a:avLst/>
          </a:prstGeom>
          <a:solidFill>
            <a:schemeClr val="accent5">
              <a:lumMod val="20000"/>
              <a:lumOff val="80000"/>
            </a:schemeClr>
          </a:solidFill>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US" sz="6000">
              <a:latin typeface="Times New Roman"/>
              <a:cs typeface="Times New Roman"/>
            </a:endParaRPr>
          </a:p>
        </p:txBody>
      </p:sp>
      <p:sp>
        <p:nvSpPr>
          <p:cNvPr id="2" name="Title 1">
            <a:extLst>
              <a:ext uri="{FF2B5EF4-FFF2-40B4-BE49-F238E27FC236}">
                <a16:creationId xmlns:a16="http://schemas.microsoft.com/office/drawing/2014/main" id="{BC83B6A6-73A8-7194-16A4-EB3A6A62C3C6}"/>
              </a:ext>
            </a:extLst>
          </p:cNvPr>
          <p:cNvSpPr>
            <a:spLocks noGrp="1"/>
          </p:cNvSpPr>
          <p:nvPr>
            <p:ph type="title"/>
          </p:nvPr>
        </p:nvSpPr>
        <p:spPr>
          <a:xfrm>
            <a:off x="2219" y="2620"/>
            <a:ext cx="10515600" cy="1325563"/>
          </a:xfrm>
        </p:spPr>
        <p:txBody>
          <a:bodyPr/>
          <a:lstStyle/>
          <a:p>
            <a:r>
              <a:rPr lang="en-US">
                <a:latin typeface="Times New Roman"/>
                <a:cs typeface="Calibri Light"/>
              </a:rPr>
              <a:t>I. Problem Statement and Feasibility Study </a:t>
            </a:r>
            <a:endParaRPr lang="en-US">
              <a:cs typeface="Calibri Light"/>
            </a:endParaRPr>
          </a:p>
        </p:txBody>
      </p:sp>
      <p:sp>
        <p:nvSpPr>
          <p:cNvPr id="5" name="TextBox 2">
            <a:extLst>
              <a:ext uri="{FF2B5EF4-FFF2-40B4-BE49-F238E27FC236}">
                <a16:creationId xmlns:a16="http://schemas.microsoft.com/office/drawing/2014/main" id="{90720806-246E-8FC2-C649-E53E1C753C46}"/>
              </a:ext>
            </a:extLst>
          </p:cNvPr>
          <p:cNvSpPr txBox="1"/>
          <p:nvPr/>
        </p:nvSpPr>
        <p:spPr>
          <a:xfrm>
            <a:off x="929196" y="995213"/>
            <a:ext cx="10688714" cy="521681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500" b="1" dirty="0">
                <a:latin typeface="Times New Roman"/>
                <a:cs typeface="Segoe UI"/>
              </a:rPr>
              <a:t>   *Problem:</a:t>
            </a:r>
            <a:endParaRPr lang="en-US" sz="2500" b="1" dirty="0">
              <a:latin typeface="Calibri" panose="020F0502020204030204"/>
              <a:cs typeface="Calibri" panose="020F0502020204030204"/>
            </a:endParaRPr>
          </a:p>
          <a:p>
            <a:r>
              <a:rPr lang="en-US" sz="2200" dirty="0">
                <a:latin typeface="Times New Roman"/>
                <a:cs typeface="Segoe UI"/>
              </a:rPr>
              <a:t>The University of North Alabama(UNA) currently has an events app that lacks basic functionality:</a:t>
            </a:r>
            <a:endParaRPr lang="en-US" dirty="0">
              <a:latin typeface="Calibri" panose="020F0502020204030204"/>
              <a:cs typeface="Calibri" panose="020F0502020204030204"/>
            </a:endParaRPr>
          </a:p>
          <a:p>
            <a:pPr marL="342900" indent="-342900">
              <a:buFont typeface="Arial"/>
              <a:buChar char="•"/>
            </a:pPr>
            <a:r>
              <a:rPr lang="en-US" sz="2200" dirty="0">
                <a:latin typeface="Times New Roman"/>
                <a:cs typeface="Segoe UI"/>
              </a:rPr>
              <a:t>The application currently has a refresh button but is generally useless due to the lack of traffic the application sees. </a:t>
            </a:r>
            <a:endParaRPr lang="en-US" dirty="0">
              <a:latin typeface="Calibri" panose="020F0502020204030204"/>
              <a:cs typeface="Calibri"/>
            </a:endParaRPr>
          </a:p>
          <a:p>
            <a:pPr marL="342900" indent="-342900">
              <a:buFont typeface="Arial"/>
              <a:buChar char="•"/>
            </a:pPr>
            <a:r>
              <a:rPr lang="en-US" sz="2200" dirty="0">
                <a:latin typeface="Times New Roman"/>
                <a:cs typeface="Segoe UI"/>
              </a:rPr>
              <a:t>The application is not visually appealing, and the application is very barebones. </a:t>
            </a:r>
            <a:endParaRPr lang="en-US" dirty="0">
              <a:latin typeface="Calibri" panose="020F0502020204030204"/>
              <a:cs typeface="Calibri"/>
            </a:endParaRPr>
          </a:p>
          <a:p>
            <a:pPr marL="342900" indent="-342900">
              <a:buFont typeface="Arial"/>
              <a:buChar char="•"/>
            </a:pPr>
            <a:r>
              <a:rPr lang="en-US" sz="2200" dirty="0">
                <a:latin typeface="Times New Roman"/>
                <a:cs typeface="Segoe UI"/>
              </a:rPr>
              <a:t>The events application only shows UNA events that are held by the university, there are more events from student groups that get no spotlight on this application.</a:t>
            </a:r>
            <a:endParaRPr lang="en-US" dirty="0">
              <a:cs typeface="Calibri"/>
            </a:endParaRPr>
          </a:p>
          <a:p>
            <a:r>
              <a:rPr lang="en-US" sz="2200" dirty="0">
                <a:latin typeface="Times New Roman"/>
                <a:cs typeface="Times New Roman"/>
              </a:rPr>
              <a:t>=&gt; Due to the undesirability of the application, the app is rarely used to see events driving down the number of attendees. </a:t>
            </a:r>
            <a:endParaRPr lang="en-US" dirty="0"/>
          </a:p>
          <a:p>
            <a:r>
              <a:rPr lang="en-US" sz="2500" b="1" dirty="0">
                <a:latin typeface="Times New Roman"/>
                <a:cs typeface="Times New Roman"/>
              </a:rPr>
              <a:t>    *Idea:</a:t>
            </a:r>
          </a:p>
          <a:p>
            <a:r>
              <a:rPr lang="en-US" sz="2200" dirty="0">
                <a:latin typeface="Times New Roman"/>
                <a:cs typeface="Segoe UI"/>
              </a:rPr>
              <a:t>Developing a new events app for UNA could be an opportunity that sees more students visiting the events app. The events app should be convenient for students that allows them too easily view upcoming events as well as search old events. Developing a desirable application for students will get more students involved with on campus activities.</a:t>
            </a:r>
          </a:p>
        </p:txBody>
      </p:sp>
    </p:spTree>
    <p:extLst>
      <p:ext uri="{BB962C8B-B14F-4D97-AF65-F5344CB8AC3E}">
        <p14:creationId xmlns:p14="http://schemas.microsoft.com/office/powerpoint/2010/main" val="161269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9938C6C-6065-13B0-92D6-CCF19017386B}"/>
              </a:ext>
            </a:extLst>
          </p:cNvPr>
          <p:cNvSpPr>
            <a:spLocks noGrp="1"/>
          </p:cNvSpPr>
          <p:nvPr/>
        </p:nvSpPr>
        <p:spPr>
          <a:xfrm>
            <a:off x="859" y="5177"/>
            <a:ext cx="12191774" cy="1369098"/>
          </a:xfrm>
          <a:prstGeom prst="rect">
            <a:avLst/>
          </a:prstGeom>
          <a:solidFill>
            <a:schemeClr val="accent5">
              <a:lumMod val="20000"/>
              <a:lumOff val="80000"/>
            </a:schemeClr>
          </a:solidFill>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US" sz="6000">
              <a:latin typeface="Times New Roman"/>
              <a:cs typeface="Times New Roman"/>
            </a:endParaRPr>
          </a:p>
        </p:txBody>
      </p:sp>
      <p:sp>
        <p:nvSpPr>
          <p:cNvPr id="2" name="Title 1">
            <a:extLst>
              <a:ext uri="{FF2B5EF4-FFF2-40B4-BE49-F238E27FC236}">
                <a16:creationId xmlns:a16="http://schemas.microsoft.com/office/drawing/2014/main" id="{BC83B6A6-73A8-7194-16A4-EB3A6A62C3C6}"/>
              </a:ext>
            </a:extLst>
          </p:cNvPr>
          <p:cNvSpPr>
            <a:spLocks noGrp="1"/>
          </p:cNvSpPr>
          <p:nvPr>
            <p:ph type="title"/>
          </p:nvPr>
        </p:nvSpPr>
        <p:spPr>
          <a:xfrm>
            <a:off x="2219" y="2620"/>
            <a:ext cx="9775795" cy="1325563"/>
          </a:xfrm>
        </p:spPr>
        <p:txBody>
          <a:bodyPr>
            <a:normAutofit fontScale="90000"/>
          </a:bodyPr>
          <a:lstStyle/>
          <a:p>
            <a:r>
              <a:rPr lang="en-US">
                <a:latin typeface="Times New Roman"/>
                <a:cs typeface="Calibri Light"/>
              </a:rPr>
              <a:t>II. Brief Review of Requirements Analysis and Specification </a:t>
            </a:r>
            <a:endParaRPr lang="en-US">
              <a:cs typeface="Calibri Light"/>
            </a:endParaRPr>
          </a:p>
        </p:txBody>
      </p:sp>
      <p:sp>
        <p:nvSpPr>
          <p:cNvPr id="5" name="TextBox 2">
            <a:extLst>
              <a:ext uri="{FF2B5EF4-FFF2-40B4-BE49-F238E27FC236}">
                <a16:creationId xmlns:a16="http://schemas.microsoft.com/office/drawing/2014/main" id="{90720806-246E-8FC2-C649-E53E1C753C46}"/>
              </a:ext>
            </a:extLst>
          </p:cNvPr>
          <p:cNvSpPr txBox="1"/>
          <p:nvPr/>
        </p:nvSpPr>
        <p:spPr>
          <a:xfrm>
            <a:off x="966187" y="1786144"/>
            <a:ext cx="10259626" cy="390876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500" b="1" dirty="0">
                <a:latin typeface="Times New Roman"/>
                <a:cs typeface="Segoe UI"/>
              </a:rPr>
              <a:t>Brief Review:</a:t>
            </a:r>
          </a:p>
          <a:p>
            <a:endParaRPr lang="en-US" sz="2500" b="1" dirty="0">
              <a:latin typeface="Times New Roman"/>
              <a:cs typeface="Segoe UI"/>
            </a:endParaRPr>
          </a:p>
          <a:p>
            <a:r>
              <a:rPr lang="en-US" sz="2200" dirty="0">
                <a:latin typeface="Times New Roman"/>
                <a:cs typeface="Segoe UI"/>
              </a:rPr>
              <a:t>   During the analysis phase of the System Development Life Cycle, the team identified many problems with the current system which we believed was the main reason the application currently had little to no traffic. Using the problems that were identified the team formulated a list of system specifications that we believed would increase the functionality and convince of using the events application. </a:t>
            </a:r>
            <a:endParaRPr lang="en-US" dirty="0">
              <a:cs typeface="Calibri"/>
            </a:endParaRPr>
          </a:p>
          <a:p>
            <a:r>
              <a:rPr lang="en-US" sz="2200" dirty="0">
                <a:latin typeface="Times New Roman"/>
                <a:cs typeface="Segoe UI"/>
              </a:rPr>
              <a:t>   While developing the requirements for the events application, the team thought of students in hopes that this would make the application more convenient and useful to the everyday student.</a:t>
            </a:r>
          </a:p>
          <a:p>
            <a:endParaRPr lang="en-US" sz="2200" dirty="0">
              <a:latin typeface="Times New Roman"/>
              <a:cs typeface="Segoe UI"/>
            </a:endParaRPr>
          </a:p>
        </p:txBody>
      </p:sp>
    </p:spTree>
    <p:extLst>
      <p:ext uri="{BB962C8B-B14F-4D97-AF65-F5344CB8AC3E}">
        <p14:creationId xmlns:p14="http://schemas.microsoft.com/office/powerpoint/2010/main" val="3296240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9938C6C-6065-13B0-92D6-CCF19017386B}"/>
              </a:ext>
            </a:extLst>
          </p:cNvPr>
          <p:cNvSpPr>
            <a:spLocks noGrp="1"/>
          </p:cNvSpPr>
          <p:nvPr/>
        </p:nvSpPr>
        <p:spPr>
          <a:xfrm>
            <a:off x="859" y="5177"/>
            <a:ext cx="12191774" cy="1369098"/>
          </a:xfrm>
          <a:prstGeom prst="rect">
            <a:avLst/>
          </a:prstGeom>
          <a:solidFill>
            <a:schemeClr val="accent5">
              <a:lumMod val="20000"/>
              <a:lumOff val="80000"/>
            </a:schemeClr>
          </a:solidFill>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US" sz="6000">
              <a:latin typeface="Times New Roman"/>
              <a:cs typeface="Times New Roman"/>
            </a:endParaRPr>
          </a:p>
        </p:txBody>
      </p:sp>
      <p:sp>
        <p:nvSpPr>
          <p:cNvPr id="2" name="Title 1">
            <a:extLst>
              <a:ext uri="{FF2B5EF4-FFF2-40B4-BE49-F238E27FC236}">
                <a16:creationId xmlns:a16="http://schemas.microsoft.com/office/drawing/2014/main" id="{BC83B6A6-73A8-7194-16A4-EB3A6A62C3C6}"/>
              </a:ext>
            </a:extLst>
          </p:cNvPr>
          <p:cNvSpPr>
            <a:spLocks noGrp="1"/>
          </p:cNvSpPr>
          <p:nvPr>
            <p:ph type="title"/>
          </p:nvPr>
        </p:nvSpPr>
        <p:spPr>
          <a:xfrm>
            <a:off x="2219" y="2620"/>
            <a:ext cx="9775795" cy="1325563"/>
          </a:xfrm>
        </p:spPr>
        <p:txBody>
          <a:bodyPr>
            <a:normAutofit fontScale="90000"/>
          </a:bodyPr>
          <a:lstStyle/>
          <a:p>
            <a:r>
              <a:rPr lang="en-US">
                <a:latin typeface="Times New Roman"/>
                <a:cs typeface="Calibri Light"/>
              </a:rPr>
              <a:t>II. Brief Review of Requirements Analysis and Specification </a:t>
            </a:r>
            <a:endParaRPr lang="en-US">
              <a:cs typeface="Calibri Light"/>
            </a:endParaRPr>
          </a:p>
        </p:txBody>
      </p:sp>
      <p:sp>
        <p:nvSpPr>
          <p:cNvPr id="5" name="TextBox 2">
            <a:extLst>
              <a:ext uri="{FF2B5EF4-FFF2-40B4-BE49-F238E27FC236}">
                <a16:creationId xmlns:a16="http://schemas.microsoft.com/office/drawing/2014/main" id="{90720806-246E-8FC2-C649-E53E1C753C46}"/>
              </a:ext>
            </a:extLst>
          </p:cNvPr>
          <p:cNvSpPr txBox="1"/>
          <p:nvPr/>
        </p:nvSpPr>
        <p:spPr>
          <a:xfrm>
            <a:off x="966187" y="1828740"/>
            <a:ext cx="10259626" cy="352404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500" b="1" dirty="0">
                <a:latin typeface="Times New Roman"/>
                <a:cs typeface="Segoe UI"/>
              </a:rPr>
              <a:t>Specification:</a:t>
            </a:r>
          </a:p>
          <a:p>
            <a:endParaRPr lang="en-US" sz="2200" dirty="0">
              <a:latin typeface="Times New Roman"/>
              <a:cs typeface="Segoe UI"/>
            </a:endParaRPr>
          </a:p>
          <a:p>
            <a:r>
              <a:rPr lang="en-US" sz="2200" dirty="0">
                <a:latin typeface="Times New Roman"/>
                <a:cs typeface="Segoe UI"/>
              </a:rPr>
              <a:t>   For the system specifications the team determined that the system shall pull information from the UNA database and calendar to schedule events on the application automatically. The system shall only be coded in iOS for this iteration of the system to determine concrete ideas before moving to other mobile platforms. The system shall allow students to schedule events in their phone through the events application. The system shall allow students to navigate to their maps application through the events app. These specifications were determined based on their usefulness to the stakeholders of the application.</a:t>
            </a:r>
          </a:p>
          <a:p>
            <a:endParaRPr lang="en-US" sz="2200" dirty="0">
              <a:latin typeface="Times New Roman"/>
              <a:cs typeface="Segoe UI"/>
            </a:endParaRPr>
          </a:p>
        </p:txBody>
      </p:sp>
    </p:spTree>
    <p:extLst>
      <p:ext uri="{BB962C8B-B14F-4D97-AF65-F5344CB8AC3E}">
        <p14:creationId xmlns:p14="http://schemas.microsoft.com/office/powerpoint/2010/main" val="3794489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A96A79EA-EE27-E46A-7B62-E1D5936C1563}"/>
              </a:ext>
            </a:extLst>
          </p:cNvPr>
          <p:cNvSpPr>
            <a:spLocks noGrp="1"/>
          </p:cNvSpPr>
          <p:nvPr/>
        </p:nvSpPr>
        <p:spPr>
          <a:xfrm>
            <a:off x="859" y="5177"/>
            <a:ext cx="12191774" cy="1110166"/>
          </a:xfrm>
          <a:prstGeom prst="rect">
            <a:avLst/>
          </a:prstGeom>
          <a:solidFill>
            <a:schemeClr val="accent5">
              <a:lumMod val="20000"/>
              <a:lumOff val="80000"/>
            </a:schemeClr>
          </a:solidFill>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US" sz="6000">
              <a:latin typeface="Times New Roman"/>
              <a:cs typeface="Times New Roman"/>
            </a:endParaRPr>
          </a:p>
        </p:txBody>
      </p:sp>
      <p:sp>
        <p:nvSpPr>
          <p:cNvPr id="2" name="Title 1">
            <a:extLst>
              <a:ext uri="{FF2B5EF4-FFF2-40B4-BE49-F238E27FC236}">
                <a16:creationId xmlns:a16="http://schemas.microsoft.com/office/drawing/2014/main" id="{BC83B6A6-73A8-7194-16A4-EB3A6A62C3C6}"/>
              </a:ext>
            </a:extLst>
          </p:cNvPr>
          <p:cNvSpPr>
            <a:spLocks noGrp="1"/>
          </p:cNvSpPr>
          <p:nvPr>
            <p:ph type="title"/>
          </p:nvPr>
        </p:nvSpPr>
        <p:spPr>
          <a:xfrm>
            <a:off x="2219" y="2620"/>
            <a:ext cx="10515600" cy="1325563"/>
          </a:xfrm>
        </p:spPr>
        <p:txBody>
          <a:bodyPr/>
          <a:lstStyle/>
          <a:p>
            <a:r>
              <a:rPr lang="en-US">
                <a:latin typeface="Times New Roman"/>
                <a:cs typeface="Calibri Light"/>
              </a:rPr>
              <a:t>III. Preliminary Design </a:t>
            </a:r>
            <a:endParaRPr lang="en-US">
              <a:cs typeface="Calibri Light"/>
            </a:endParaRPr>
          </a:p>
        </p:txBody>
      </p:sp>
      <p:sp>
        <p:nvSpPr>
          <p:cNvPr id="5" name="TextBox 2">
            <a:extLst>
              <a:ext uri="{FF2B5EF4-FFF2-40B4-BE49-F238E27FC236}">
                <a16:creationId xmlns:a16="http://schemas.microsoft.com/office/drawing/2014/main" id="{90720806-246E-8FC2-C649-E53E1C753C46}"/>
              </a:ext>
            </a:extLst>
          </p:cNvPr>
          <p:cNvSpPr txBox="1"/>
          <p:nvPr/>
        </p:nvSpPr>
        <p:spPr>
          <a:xfrm>
            <a:off x="707254" y="1069759"/>
            <a:ext cx="10777490" cy="43088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a:latin typeface="Times New Roman"/>
                <a:cs typeface="Segoe UI"/>
              </a:rPr>
              <a:t>The preliminary design is based on the Uses Case Diagram as below:</a:t>
            </a:r>
            <a:endParaRPr lang="en-US"/>
          </a:p>
        </p:txBody>
      </p:sp>
      <p:pic>
        <p:nvPicPr>
          <p:cNvPr id="3" name="Picture 3" descr="Diagram&#10;&#10;Description automatically generated">
            <a:extLst>
              <a:ext uri="{FF2B5EF4-FFF2-40B4-BE49-F238E27FC236}">
                <a16:creationId xmlns:a16="http://schemas.microsoft.com/office/drawing/2014/main" id="{66C68839-9B7D-12D3-A59B-AA61AD29D4F1}"/>
              </a:ext>
            </a:extLst>
          </p:cNvPr>
          <p:cNvPicPr>
            <a:picLocks noChangeAspect="1"/>
          </p:cNvPicPr>
          <p:nvPr/>
        </p:nvPicPr>
        <p:blipFill>
          <a:blip r:embed="rId2"/>
          <a:stretch>
            <a:fillRect/>
          </a:stretch>
        </p:blipFill>
        <p:spPr>
          <a:xfrm>
            <a:off x="998621" y="1660826"/>
            <a:ext cx="4411462" cy="4938929"/>
          </a:xfrm>
          <a:prstGeom prst="rect">
            <a:avLst/>
          </a:prstGeom>
        </p:spPr>
      </p:pic>
      <p:pic>
        <p:nvPicPr>
          <p:cNvPr id="4" name="Picture 5" descr="Diagram&#10;&#10;Description automatically generated">
            <a:extLst>
              <a:ext uri="{FF2B5EF4-FFF2-40B4-BE49-F238E27FC236}">
                <a16:creationId xmlns:a16="http://schemas.microsoft.com/office/drawing/2014/main" id="{1EACE54E-6B9B-8113-2DA0-59C6B82DBAF3}"/>
              </a:ext>
            </a:extLst>
          </p:cNvPr>
          <p:cNvPicPr>
            <a:picLocks noChangeAspect="1"/>
          </p:cNvPicPr>
          <p:nvPr/>
        </p:nvPicPr>
        <p:blipFill>
          <a:blip r:embed="rId3"/>
          <a:stretch>
            <a:fillRect/>
          </a:stretch>
        </p:blipFill>
        <p:spPr>
          <a:xfrm>
            <a:off x="6255798" y="1661330"/>
            <a:ext cx="5413899" cy="3446563"/>
          </a:xfrm>
          <a:prstGeom prst="rect">
            <a:avLst/>
          </a:prstGeom>
        </p:spPr>
      </p:pic>
    </p:spTree>
    <p:extLst>
      <p:ext uri="{BB962C8B-B14F-4D97-AF65-F5344CB8AC3E}">
        <p14:creationId xmlns:p14="http://schemas.microsoft.com/office/powerpoint/2010/main" val="3949222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3380F4D-17A0-FF65-E383-E8F5118A54C3}"/>
              </a:ext>
            </a:extLst>
          </p:cNvPr>
          <p:cNvSpPr/>
          <p:nvPr/>
        </p:nvSpPr>
        <p:spPr>
          <a:xfrm>
            <a:off x="1387135" y="495669"/>
            <a:ext cx="9565689" cy="499368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descr="Graphical user interface, application&#10;&#10;Description automatically generated">
            <a:extLst>
              <a:ext uri="{FF2B5EF4-FFF2-40B4-BE49-F238E27FC236}">
                <a16:creationId xmlns:a16="http://schemas.microsoft.com/office/drawing/2014/main" id="{A10CDB44-9063-FA1E-450E-AB648AB9F9E4}"/>
              </a:ext>
            </a:extLst>
          </p:cNvPr>
          <p:cNvPicPr>
            <a:picLocks noChangeAspect="1"/>
          </p:cNvPicPr>
          <p:nvPr/>
        </p:nvPicPr>
        <p:blipFill>
          <a:blip r:embed="rId2"/>
          <a:stretch>
            <a:fillRect/>
          </a:stretch>
        </p:blipFill>
        <p:spPr>
          <a:xfrm>
            <a:off x="1594238" y="690979"/>
            <a:ext cx="1901389" cy="4114800"/>
          </a:xfrm>
          <a:prstGeom prst="rect">
            <a:avLst/>
          </a:prstGeom>
        </p:spPr>
      </p:pic>
      <p:pic>
        <p:nvPicPr>
          <p:cNvPr id="3" name="Picture 3" descr="Graphical user interface, application&#10;&#10;Description automatically generated">
            <a:extLst>
              <a:ext uri="{FF2B5EF4-FFF2-40B4-BE49-F238E27FC236}">
                <a16:creationId xmlns:a16="http://schemas.microsoft.com/office/drawing/2014/main" id="{07414F70-CCBD-9A5A-C0AF-9859D268DFED}"/>
              </a:ext>
            </a:extLst>
          </p:cNvPr>
          <p:cNvPicPr>
            <a:picLocks noChangeAspect="1"/>
          </p:cNvPicPr>
          <p:nvPr/>
        </p:nvPicPr>
        <p:blipFill>
          <a:blip r:embed="rId3"/>
          <a:stretch>
            <a:fillRect/>
          </a:stretch>
        </p:blipFill>
        <p:spPr>
          <a:xfrm>
            <a:off x="4006005" y="690979"/>
            <a:ext cx="1901389" cy="4114800"/>
          </a:xfrm>
          <a:prstGeom prst="rect">
            <a:avLst/>
          </a:prstGeom>
        </p:spPr>
      </p:pic>
      <p:pic>
        <p:nvPicPr>
          <p:cNvPr id="4" name="Picture 4">
            <a:extLst>
              <a:ext uri="{FF2B5EF4-FFF2-40B4-BE49-F238E27FC236}">
                <a16:creationId xmlns:a16="http://schemas.microsoft.com/office/drawing/2014/main" id="{977BA6E7-ADA8-E33E-B0AF-40643CD494F9}"/>
              </a:ext>
            </a:extLst>
          </p:cNvPr>
          <p:cNvPicPr>
            <a:picLocks noChangeAspect="1"/>
          </p:cNvPicPr>
          <p:nvPr/>
        </p:nvPicPr>
        <p:blipFill>
          <a:blip r:embed="rId4"/>
          <a:stretch>
            <a:fillRect/>
          </a:stretch>
        </p:blipFill>
        <p:spPr>
          <a:xfrm>
            <a:off x="6417772" y="690979"/>
            <a:ext cx="1901389" cy="4114800"/>
          </a:xfrm>
          <a:prstGeom prst="rect">
            <a:avLst/>
          </a:prstGeom>
        </p:spPr>
      </p:pic>
      <p:pic>
        <p:nvPicPr>
          <p:cNvPr id="5" name="Picture 5" descr="Graphical user interface, text, application, chat or text message&#10;&#10;Description automatically generated">
            <a:extLst>
              <a:ext uri="{FF2B5EF4-FFF2-40B4-BE49-F238E27FC236}">
                <a16:creationId xmlns:a16="http://schemas.microsoft.com/office/drawing/2014/main" id="{E7A67326-B4CA-EF2E-E834-372645C44008}"/>
              </a:ext>
            </a:extLst>
          </p:cNvPr>
          <p:cNvPicPr>
            <a:picLocks noChangeAspect="1"/>
          </p:cNvPicPr>
          <p:nvPr/>
        </p:nvPicPr>
        <p:blipFill>
          <a:blip r:embed="rId5"/>
          <a:stretch>
            <a:fillRect/>
          </a:stretch>
        </p:blipFill>
        <p:spPr>
          <a:xfrm>
            <a:off x="8829539" y="727969"/>
            <a:ext cx="1901389" cy="4114800"/>
          </a:xfrm>
          <a:prstGeom prst="rect">
            <a:avLst/>
          </a:prstGeom>
        </p:spPr>
      </p:pic>
      <p:sp>
        <p:nvSpPr>
          <p:cNvPr id="7" name="TextBox 2">
            <a:extLst>
              <a:ext uri="{FF2B5EF4-FFF2-40B4-BE49-F238E27FC236}">
                <a16:creationId xmlns:a16="http://schemas.microsoft.com/office/drawing/2014/main" id="{91055D35-4A4B-7DC8-6BCA-C4E895FD250D}"/>
              </a:ext>
            </a:extLst>
          </p:cNvPr>
          <p:cNvSpPr txBox="1"/>
          <p:nvPr/>
        </p:nvSpPr>
        <p:spPr>
          <a:xfrm>
            <a:off x="1565429" y="4990730"/>
            <a:ext cx="1966404" cy="43088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a:latin typeface="Times New Roman"/>
                <a:cs typeface="Segoe UI"/>
              </a:rPr>
              <a:t>Home</a:t>
            </a:r>
            <a:endParaRPr lang="en-US"/>
          </a:p>
        </p:txBody>
      </p:sp>
      <p:sp>
        <p:nvSpPr>
          <p:cNvPr id="8" name="TextBox 2">
            <a:extLst>
              <a:ext uri="{FF2B5EF4-FFF2-40B4-BE49-F238E27FC236}">
                <a16:creationId xmlns:a16="http://schemas.microsoft.com/office/drawing/2014/main" id="{ECCC0A7A-C876-9CCB-D44D-E290C16562D4}"/>
              </a:ext>
            </a:extLst>
          </p:cNvPr>
          <p:cNvSpPr txBox="1"/>
          <p:nvPr/>
        </p:nvSpPr>
        <p:spPr>
          <a:xfrm>
            <a:off x="3977196" y="4990730"/>
            <a:ext cx="1966404" cy="43088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a:latin typeface="Times New Roman"/>
                <a:cs typeface="Segoe UI"/>
              </a:rPr>
              <a:t>Menu</a:t>
            </a:r>
            <a:endParaRPr lang="en-US"/>
          </a:p>
        </p:txBody>
      </p:sp>
      <p:sp>
        <p:nvSpPr>
          <p:cNvPr id="9" name="TextBox 2">
            <a:extLst>
              <a:ext uri="{FF2B5EF4-FFF2-40B4-BE49-F238E27FC236}">
                <a16:creationId xmlns:a16="http://schemas.microsoft.com/office/drawing/2014/main" id="{66BD070D-F6A8-4570-E6B0-58EFC916ADF1}"/>
              </a:ext>
            </a:extLst>
          </p:cNvPr>
          <p:cNvSpPr txBox="1"/>
          <p:nvPr/>
        </p:nvSpPr>
        <p:spPr>
          <a:xfrm>
            <a:off x="6248400" y="4990730"/>
            <a:ext cx="2232734" cy="43088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a:latin typeface="Times New Roman"/>
                <a:cs typeface="Segoe UI"/>
              </a:rPr>
              <a:t>Create new event</a:t>
            </a:r>
            <a:endParaRPr lang="en-US"/>
          </a:p>
        </p:txBody>
      </p:sp>
      <p:sp>
        <p:nvSpPr>
          <p:cNvPr id="10" name="TextBox 2">
            <a:extLst>
              <a:ext uri="{FF2B5EF4-FFF2-40B4-BE49-F238E27FC236}">
                <a16:creationId xmlns:a16="http://schemas.microsoft.com/office/drawing/2014/main" id="{AC91BA27-0E05-53A5-7524-5614BDB5ABB6}"/>
              </a:ext>
            </a:extLst>
          </p:cNvPr>
          <p:cNvSpPr txBox="1"/>
          <p:nvPr/>
        </p:nvSpPr>
        <p:spPr>
          <a:xfrm>
            <a:off x="8800730" y="4990730"/>
            <a:ext cx="1966404" cy="43088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a:latin typeface="Times New Roman"/>
                <a:cs typeface="Segoe UI"/>
              </a:rPr>
              <a:t>Search event</a:t>
            </a:r>
            <a:endParaRPr lang="en-US"/>
          </a:p>
        </p:txBody>
      </p:sp>
      <p:sp>
        <p:nvSpPr>
          <p:cNvPr id="12" name="TextBox 2">
            <a:extLst>
              <a:ext uri="{FF2B5EF4-FFF2-40B4-BE49-F238E27FC236}">
                <a16:creationId xmlns:a16="http://schemas.microsoft.com/office/drawing/2014/main" id="{1F95EEBC-B985-F6FF-3459-82A858FEAD68}"/>
              </a:ext>
            </a:extLst>
          </p:cNvPr>
          <p:cNvSpPr txBox="1"/>
          <p:nvPr/>
        </p:nvSpPr>
        <p:spPr>
          <a:xfrm>
            <a:off x="1225117" y="5489358"/>
            <a:ext cx="9889724" cy="76944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dirty="0">
                <a:latin typeface="Times New Roman"/>
                <a:cs typeface="Segoe UI"/>
              </a:rPr>
              <a:t>UNA events app should have some basic functions such as: homepage to show all the upcoming events, menu to filter the event types, create new event, search button, ...</a:t>
            </a:r>
            <a:endParaRPr lang="en-US" dirty="0"/>
          </a:p>
        </p:txBody>
      </p:sp>
    </p:spTree>
    <p:extLst>
      <p:ext uri="{BB962C8B-B14F-4D97-AF65-F5344CB8AC3E}">
        <p14:creationId xmlns:p14="http://schemas.microsoft.com/office/powerpoint/2010/main" val="2527135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743C91C-A2D8-5ADA-3F12-3BBB6F47CDFD}"/>
              </a:ext>
            </a:extLst>
          </p:cNvPr>
          <p:cNvSpPr>
            <a:spLocks noGrp="1"/>
          </p:cNvSpPr>
          <p:nvPr/>
        </p:nvSpPr>
        <p:spPr>
          <a:xfrm>
            <a:off x="859" y="5177"/>
            <a:ext cx="12191774" cy="1110166"/>
          </a:xfrm>
          <a:prstGeom prst="rect">
            <a:avLst/>
          </a:prstGeom>
          <a:solidFill>
            <a:schemeClr val="accent5">
              <a:lumMod val="20000"/>
              <a:lumOff val="80000"/>
            </a:schemeClr>
          </a:solidFill>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US" sz="6000">
              <a:latin typeface="Times New Roman"/>
              <a:cs typeface="Times New Roman"/>
            </a:endParaRPr>
          </a:p>
        </p:txBody>
      </p:sp>
      <p:sp>
        <p:nvSpPr>
          <p:cNvPr id="4" name="Rectangle 3">
            <a:extLst>
              <a:ext uri="{FF2B5EF4-FFF2-40B4-BE49-F238E27FC236}">
                <a16:creationId xmlns:a16="http://schemas.microsoft.com/office/drawing/2014/main" id="{094A4BAD-3B7D-2315-2DEE-A7303416635B}"/>
              </a:ext>
            </a:extLst>
          </p:cNvPr>
          <p:cNvSpPr/>
          <p:nvPr/>
        </p:nvSpPr>
        <p:spPr>
          <a:xfrm>
            <a:off x="1535096" y="1124504"/>
            <a:ext cx="5866660" cy="54967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83B6A6-73A8-7194-16A4-EB3A6A62C3C6}"/>
              </a:ext>
            </a:extLst>
          </p:cNvPr>
          <p:cNvSpPr>
            <a:spLocks noGrp="1"/>
          </p:cNvSpPr>
          <p:nvPr>
            <p:ph type="title"/>
          </p:nvPr>
        </p:nvSpPr>
        <p:spPr>
          <a:xfrm>
            <a:off x="2219" y="2620"/>
            <a:ext cx="10515600" cy="1325563"/>
          </a:xfrm>
        </p:spPr>
        <p:txBody>
          <a:bodyPr/>
          <a:lstStyle/>
          <a:p>
            <a:r>
              <a:rPr lang="en-US">
                <a:latin typeface="Times New Roman"/>
                <a:cs typeface="Calibri Light"/>
              </a:rPr>
              <a:t>IV. Detailed Design</a:t>
            </a:r>
            <a:endParaRPr lang="en-US">
              <a:cs typeface="Calibri Light"/>
            </a:endParaRPr>
          </a:p>
        </p:txBody>
      </p:sp>
      <p:sp>
        <p:nvSpPr>
          <p:cNvPr id="14" name="TextBox 1">
            <a:extLst>
              <a:ext uri="{FF2B5EF4-FFF2-40B4-BE49-F238E27FC236}">
                <a16:creationId xmlns:a16="http://schemas.microsoft.com/office/drawing/2014/main" id="{52A5B85B-8643-7082-83E9-AC81D9E6F50E}"/>
              </a:ext>
            </a:extLst>
          </p:cNvPr>
          <p:cNvSpPr txBox="1"/>
          <p:nvPr/>
        </p:nvSpPr>
        <p:spPr>
          <a:xfrm>
            <a:off x="7829587" y="2059848"/>
            <a:ext cx="3380478" cy="381642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b="1" dirty="0">
                <a:latin typeface="Times New Roman"/>
                <a:ea typeface="Calibri"/>
                <a:cs typeface="Times New Roman"/>
              </a:rPr>
              <a:t>Login Screen:</a:t>
            </a:r>
            <a:endParaRPr lang="en-US" b="1" dirty="0"/>
          </a:p>
          <a:p>
            <a:r>
              <a:rPr lang="en-US" sz="2200" dirty="0">
                <a:latin typeface="Times New Roman"/>
                <a:ea typeface="Calibri"/>
                <a:cs typeface="Calibri"/>
              </a:rPr>
              <a:t>The mobile application is connected to the UNA website. UNA students log in with their UNA login credentials and gain access to view upcoming events on campus. Only users with authorization can log onto the app.</a:t>
            </a:r>
            <a:endParaRPr lang="en-US" sz="2200" dirty="0">
              <a:latin typeface="Times New Roman"/>
              <a:cs typeface="Times New Roman"/>
            </a:endParaRPr>
          </a:p>
        </p:txBody>
      </p:sp>
      <p:pic>
        <p:nvPicPr>
          <p:cNvPr id="15" name="Picture 14">
            <a:extLst>
              <a:ext uri="{FF2B5EF4-FFF2-40B4-BE49-F238E27FC236}">
                <a16:creationId xmlns:a16="http://schemas.microsoft.com/office/drawing/2014/main" id="{42AF16D0-7B75-A62E-9071-FC94BF79F2EB}"/>
              </a:ext>
            </a:extLst>
          </p:cNvPr>
          <p:cNvPicPr>
            <a:picLocks noChangeAspect="1"/>
          </p:cNvPicPr>
          <p:nvPr/>
        </p:nvPicPr>
        <p:blipFill>
          <a:blip r:embed="rId2"/>
          <a:stretch>
            <a:fillRect/>
          </a:stretch>
        </p:blipFill>
        <p:spPr>
          <a:xfrm>
            <a:off x="4861509" y="1262848"/>
            <a:ext cx="2386023" cy="5171122"/>
          </a:xfrm>
          <a:prstGeom prst="rect">
            <a:avLst/>
          </a:prstGeom>
        </p:spPr>
      </p:pic>
      <p:pic>
        <p:nvPicPr>
          <p:cNvPr id="16" name="Picture 15" descr="A picture containing text, tree, outdoor, street&#10;&#10;Description automatically generated">
            <a:extLst>
              <a:ext uri="{FF2B5EF4-FFF2-40B4-BE49-F238E27FC236}">
                <a16:creationId xmlns:a16="http://schemas.microsoft.com/office/drawing/2014/main" id="{84D3FEE8-52D7-67C4-1104-FAF4281C9167}"/>
              </a:ext>
            </a:extLst>
          </p:cNvPr>
          <p:cNvPicPr>
            <a:picLocks noChangeAspect="1"/>
          </p:cNvPicPr>
          <p:nvPr/>
        </p:nvPicPr>
        <p:blipFill>
          <a:blip r:embed="rId3"/>
          <a:stretch>
            <a:fillRect/>
          </a:stretch>
        </p:blipFill>
        <p:spPr>
          <a:xfrm>
            <a:off x="1672912" y="1260072"/>
            <a:ext cx="2384809" cy="5163574"/>
          </a:xfrm>
          <a:prstGeom prst="rect">
            <a:avLst/>
          </a:prstGeom>
        </p:spPr>
      </p:pic>
      <p:sp>
        <p:nvSpPr>
          <p:cNvPr id="17" name="Oval 16">
            <a:extLst>
              <a:ext uri="{FF2B5EF4-FFF2-40B4-BE49-F238E27FC236}">
                <a16:creationId xmlns:a16="http://schemas.microsoft.com/office/drawing/2014/main" id="{4343FE4B-FCAE-3C29-DFEE-9B4A4DA50B17}"/>
              </a:ext>
            </a:extLst>
          </p:cNvPr>
          <p:cNvSpPr/>
          <p:nvPr/>
        </p:nvSpPr>
        <p:spPr>
          <a:xfrm>
            <a:off x="2567126" y="5607728"/>
            <a:ext cx="599242" cy="554854"/>
          </a:xfrm>
          <a:prstGeom prst="ellipse">
            <a:avLst/>
          </a:prstGeom>
          <a:solidFill>
            <a:srgbClr val="000000">
              <a:alpha val="4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18" name="Straight Arrow Connector 17">
            <a:extLst>
              <a:ext uri="{FF2B5EF4-FFF2-40B4-BE49-F238E27FC236}">
                <a16:creationId xmlns:a16="http://schemas.microsoft.com/office/drawing/2014/main" id="{6E9C51A0-8E02-1C1D-702B-D15B95C00A52}"/>
              </a:ext>
            </a:extLst>
          </p:cNvPr>
          <p:cNvCxnSpPr/>
          <p:nvPr/>
        </p:nvCxnSpPr>
        <p:spPr>
          <a:xfrm flipV="1">
            <a:off x="3167849" y="5876277"/>
            <a:ext cx="1691195" cy="103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36982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2327378-1F75-85A5-D0BD-C290CCA6FF44}"/>
              </a:ext>
            </a:extLst>
          </p:cNvPr>
          <p:cNvSpPr/>
          <p:nvPr/>
        </p:nvSpPr>
        <p:spPr>
          <a:xfrm>
            <a:off x="684320" y="451281"/>
            <a:ext cx="6192173" cy="60368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Graphical user interface, application&#10;&#10;Description automatically generated">
            <a:extLst>
              <a:ext uri="{FF2B5EF4-FFF2-40B4-BE49-F238E27FC236}">
                <a16:creationId xmlns:a16="http://schemas.microsoft.com/office/drawing/2014/main" id="{C1754FA3-FF1D-3DC0-933A-2AF9A54A6B33}"/>
              </a:ext>
            </a:extLst>
          </p:cNvPr>
          <p:cNvPicPr>
            <a:picLocks noGrp="1" noChangeAspect="1"/>
          </p:cNvPicPr>
          <p:nvPr/>
        </p:nvPicPr>
        <p:blipFill>
          <a:blip r:embed="rId2"/>
          <a:stretch>
            <a:fillRect/>
          </a:stretch>
        </p:blipFill>
        <p:spPr>
          <a:xfrm>
            <a:off x="4259669" y="1100322"/>
            <a:ext cx="2395645" cy="5185037"/>
          </a:xfrm>
          <a:prstGeom prst="rect">
            <a:avLst/>
          </a:prstGeom>
        </p:spPr>
      </p:pic>
      <p:sp>
        <p:nvSpPr>
          <p:cNvPr id="7" name="TextBox 2">
            <a:extLst>
              <a:ext uri="{FF2B5EF4-FFF2-40B4-BE49-F238E27FC236}">
                <a16:creationId xmlns:a16="http://schemas.microsoft.com/office/drawing/2014/main" id="{BB6B295E-434D-C053-9DC6-0F90870F8764}"/>
              </a:ext>
            </a:extLst>
          </p:cNvPr>
          <p:cNvSpPr txBox="1"/>
          <p:nvPr/>
        </p:nvSpPr>
        <p:spPr>
          <a:xfrm>
            <a:off x="7168983" y="2004510"/>
            <a:ext cx="4196760" cy="381642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b="1" dirty="0">
                <a:latin typeface="Times New Roman"/>
                <a:cs typeface="Calibri"/>
              </a:rPr>
              <a:t>Main Menu Screen:</a:t>
            </a:r>
          </a:p>
          <a:p>
            <a:r>
              <a:rPr lang="en-US" sz="2200" dirty="0">
                <a:latin typeface="Times New Roman"/>
                <a:cs typeface="Calibri"/>
              </a:rPr>
              <a:t>This is the main menu for all users of the application. Users can navigate to several different screens starting here. The home screen presents all upcoming events. The drop-down button in the  top left allows users to navigate the app further, such as filtering through organizations and locations. </a:t>
            </a:r>
            <a:endParaRPr lang="en-US" dirty="0"/>
          </a:p>
        </p:txBody>
      </p:sp>
      <p:pic>
        <p:nvPicPr>
          <p:cNvPr id="8" name="Picture 7" descr="Graphical user interface, application&#10;&#10;Description automatically generated">
            <a:extLst>
              <a:ext uri="{FF2B5EF4-FFF2-40B4-BE49-F238E27FC236}">
                <a16:creationId xmlns:a16="http://schemas.microsoft.com/office/drawing/2014/main" id="{1EEE9189-25E1-3EC8-5BDB-BC3804C5DAA0}"/>
              </a:ext>
            </a:extLst>
          </p:cNvPr>
          <p:cNvPicPr>
            <a:picLocks noChangeAspect="1"/>
          </p:cNvPicPr>
          <p:nvPr/>
        </p:nvPicPr>
        <p:blipFill>
          <a:blip r:embed="rId3"/>
          <a:stretch>
            <a:fillRect/>
          </a:stretch>
        </p:blipFill>
        <p:spPr>
          <a:xfrm>
            <a:off x="1030004" y="1102206"/>
            <a:ext cx="2393373" cy="5176982"/>
          </a:xfrm>
          <a:prstGeom prst="rect">
            <a:avLst/>
          </a:prstGeom>
        </p:spPr>
      </p:pic>
      <p:sp>
        <p:nvSpPr>
          <p:cNvPr id="9" name="Oval 8">
            <a:extLst>
              <a:ext uri="{FF2B5EF4-FFF2-40B4-BE49-F238E27FC236}">
                <a16:creationId xmlns:a16="http://schemas.microsoft.com/office/drawing/2014/main" id="{AD16A53B-4AEA-DA72-66F6-418796B0751A}"/>
              </a:ext>
            </a:extLst>
          </p:cNvPr>
          <p:cNvSpPr/>
          <p:nvPr/>
        </p:nvSpPr>
        <p:spPr>
          <a:xfrm>
            <a:off x="880368" y="1235475"/>
            <a:ext cx="599242" cy="554854"/>
          </a:xfrm>
          <a:prstGeom prst="ellipse">
            <a:avLst/>
          </a:prstGeom>
          <a:solidFill>
            <a:srgbClr val="000000">
              <a:alpha val="4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10" name="Straight Arrow Connector 9">
            <a:extLst>
              <a:ext uri="{FF2B5EF4-FFF2-40B4-BE49-F238E27FC236}">
                <a16:creationId xmlns:a16="http://schemas.microsoft.com/office/drawing/2014/main" id="{E6E9B240-275E-5A3F-7461-BBE020A19455}"/>
              </a:ext>
            </a:extLst>
          </p:cNvPr>
          <p:cNvCxnSpPr/>
          <p:nvPr/>
        </p:nvCxnSpPr>
        <p:spPr>
          <a:xfrm>
            <a:off x="1172685" y="717704"/>
            <a:ext cx="11836" cy="514904"/>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B1DF25B-9DBF-446A-01FA-B574C83C5AE3}"/>
              </a:ext>
            </a:extLst>
          </p:cNvPr>
          <p:cNvCxnSpPr>
            <a:cxnSpLocks/>
          </p:cNvCxnSpPr>
          <p:nvPr/>
        </p:nvCxnSpPr>
        <p:spPr>
          <a:xfrm>
            <a:off x="1172685" y="695510"/>
            <a:ext cx="4339699" cy="19234"/>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EDF9E40-148A-BE65-08D6-EE2C3F82A962}"/>
              </a:ext>
            </a:extLst>
          </p:cNvPr>
          <p:cNvCxnSpPr/>
          <p:nvPr/>
        </p:nvCxnSpPr>
        <p:spPr>
          <a:xfrm>
            <a:off x="5527831" y="722790"/>
            <a:ext cx="4438" cy="37434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236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D222579E-63F8-01A8-D0CE-C2E6C7BF34A2}"/>
              </a:ext>
            </a:extLst>
          </p:cNvPr>
          <p:cNvSpPr/>
          <p:nvPr/>
        </p:nvSpPr>
        <p:spPr>
          <a:xfrm>
            <a:off x="780494" y="244135"/>
            <a:ext cx="10039163" cy="457939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Graphical user interface, application&#10;&#10;Description automatically generated">
            <a:extLst>
              <a:ext uri="{FF2B5EF4-FFF2-40B4-BE49-F238E27FC236}">
                <a16:creationId xmlns:a16="http://schemas.microsoft.com/office/drawing/2014/main" id="{8E9ED532-131F-F0CE-F4B4-B751E0EE6462}"/>
              </a:ext>
            </a:extLst>
          </p:cNvPr>
          <p:cNvPicPr>
            <a:picLocks noGrp="1" noChangeAspect="1"/>
          </p:cNvPicPr>
          <p:nvPr/>
        </p:nvPicPr>
        <p:blipFill>
          <a:blip r:embed="rId2"/>
          <a:stretch>
            <a:fillRect/>
          </a:stretch>
        </p:blipFill>
        <p:spPr>
          <a:xfrm>
            <a:off x="956086" y="692203"/>
            <a:ext cx="1844643" cy="3971222"/>
          </a:xfrm>
          <a:prstGeom prst="rect">
            <a:avLst/>
          </a:prstGeom>
        </p:spPr>
      </p:pic>
      <p:sp>
        <p:nvSpPr>
          <p:cNvPr id="19" name="TextBox 2">
            <a:extLst>
              <a:ext uri="{FF2B5EF4-FFF2-40B4-BE49-F238E27FC236}">
                <a16:creationId xmlns:a16="http://schemas.microsoft.com/office/drawing/2014/main" id="{35ED1471-DFF3-089D-95EE-DAB07F551398}"/>
              </a:ext>
            </a:extLst>
          </p:cNvPr>
          <p:cNvSpPr txBox="1"/>
          <p:nvPr/>
        </p:nvSpPr>
        <p:spPr>
          <a:xfrm>
            <a:off x="529634" y="4576190"/>
            <a:ext cx="11776360" cy="178510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b="1" dirty="0">
                <a:latin typeface="Times New Roman"/>
                <a:cs typeface="Times New Roman"/>
              </a:rPr>
              <a:t>The Drop-Down Button Screen:</a:t>
            </a:r>
            <a:endParaRPr lang="en-US" sz="2200" b="1" dirty="0">
              <a:ea typeface="+mn-lt"/>
              <a:cs typeface="+mn-lt"/>
            </a:endParaRPr>
          </a:p>
          <a:p>
            <a:r>
              <a:rPr lang="en-US" sz="2200" dirty="0">
                <a:latin typeface="Times New Roman"/>
                <a:cs typeface="Times New Roman"/>
              </a:rPr>
              <a:t>In the top left of the home screen is the drop-down button. When the button is pressed a side screen pops up. The user can press and access each of the four buttons that show up. These buttons are, Organizations, Category, Location, and Interested Events. After the buttons are pressed more buttons are opened to be pressed like the organizations and category screens.</a:t>
            </a:r>
            <a:endParaRPr lang="en-US" dirty="0"/>
          </a:p>
        </p:txBody>
      </p:sp>
      <p:pic>
        <p:nvPicPr>
          <p:cNvPr id="20" name="Picture 19" descr="Graphical user interface, application&#10;&#10;Description automatically generated">
            <a:extLst>
              <a:ext uri="{FF2B5EF4-FFF2-40B4-BE49-F238E27FC236}">
                <a16:creationId xmlns:a16="http://schemas.microsoft.com/office/drawing/2014/main" id="{6B90410B-FFD0-9878-E7F3-1D6ECD90B205}"/>
              </a:ext>
            </a:extLst>
          </p:cNvPr>
          <p:cNvPicPr>
            <a:picLocks noChangeAspect="1"/>
          </p:cNvPicPr>
          <p:nvPr/>
        </p:nvPicPr>
        <p:blipFill>
          <a:blip r:embed="rId3"/>
          <a:stretch>
            <a:fillRect/>
          </a:stretch>
        </p:blipFill>
        <p:spPr>
          <a:xfrm>
            <a:off x="6167279" y="683872"/>
            <a:ext cx="1845009" cy="3971359"/>
          </a:xfrm>
          <a:prstGeom prst="rect">
            <a:avLst/>
          </a:prstGeom>
        </p:spPr>
      </p:pic>
      <p:pic>
        <p:nvPicPr>
          <p:cNvPr id="21" name="Picture 20" descr="Graphical user interface, application&#10;&#10;Description automatically generated">
            <a:extLst>
              <a:ext uri="{FF2B5EF4-FFF2-40B4-BE49-F238E27FC236}">
                <a16:creationId xmlns:a16="http://schemas.microsoft.com/office/drawing/2014/main" id="{692EC977-72AF-DF61-C60D-B938AA4A3425}"/>
              </a:ext>
            </a:extLst>
          </p:cNvPr>
          <p:cNvPicPr>
            <a:picLocks noChangeAspect="1"/>
          </p:cNvPicPr>
          <p:nvPr/>
        </p:nvPicPr>
        <p:blipFill>
          <a:blip r:embed="rId4"/>
          <a:stretch>
            <a:fillRect/>
          </a:stretch>
        </p:blipFill>
        <p:spPr>
          <a:xfrm>
            <a:off x="3563263" y="689572"/>
            <a:ext cx="1841022" cy="3973823"/>
          </a:xfrm>
          <a:prstGeom prst="rect">
            <a:avLst/>
          </a:prstGeom>
        </p:spPr>
      </p:pic>
      <p:pic>
        <p:nvPicPr>
          <p:cNvPr id="22" name="Picture 21" descr="Graphical user interface, application&#10;&#10;Description automatically generated">
            <a:extLst>
              <a:ext uri="{FF2B5EF4-FFF2-40B4-BE49-F238E27FC236}">
                <a16:creationId xmlns:a16="http://schemas.microsoft.com/office/drawing/2014/main" id="{080D5954-1ECC-ED48-40CA-61AC00C829D5}"/>
              </a:ext>
            </a:extLst>
          </p:cNvPr>
          <p:cNvPicPr>
            <a:picLocks noChangeAspect="1"/>
          </p:cNvPicPr>
          <p:nvPr/>
        </p:nvPicPr>
        <p:blipFill>
          <a:blip r:embed="rId5"/>
          <a:stretch>
            <a:fillRect/>
          </a:stretch>
        </p:blipFill>
        <p:spPr>
          <a:xfrm>
            <a:off x="8775639" y="689350"/>
            <a:ext cx="1852228" cy="3973823"/>
          </a:xfrm>
          <a:prstGeom prst="rect">
            <a:avLst/>
          </a:prstGeom>
        </p:spPr>
      </p:pic>
      <p:sp>
        <p:nvSpPr>
          <p:cNvPr id="23" name="Oval 22">
            <a:extLst>
              <a:ext uri="{FF2B5EF4-FFF2-40B4-BE49-F238E27FC236}">
                <a16:creationId xmlns:a16="http://schemas.microsoft.com/office/drawing/2014/main" id="{EB915803-3228-2850-557C-8F89F2176B09}"/>
              </a:ext>
            </a:extLst>
          </p:cNvPr>
          <p:cNvSpPr/>
          <p:nvPr/>
        </p:nvSpPr>
        <p:spPr>
          <a:xfrm>
            <a:off x="1035727" y="983941"/>
            <a:ext cx="406893" cy="406893"/>
          </a:xfrm>
          <a:prstGeom prst="ellipse">
            <a:avLst/>
          </a:prstGeom>
          <a:solidFill>
            <a:srgbClr val="000000">
              <a:alpha val="4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24" name="Straight Arrow Connector 23">
            <a:extLst>
              <a:ext uri="{FF2B5EF4-FFF2-40B4-BE49-F238E27FC236}">
                <a16:creationId xmlns:a16="http://schemas.microsoft.com/office/drawing/2014/main" id="{2E39614C-DA24-11FC-BB33-6132A6004CC3}"/>
              </a:ext>
            </a:extLst>
          </p:cNvPr>
          <p:cNvCxnSpPr/>
          <p:nvPr/>
        </p:nvCxnSpPr>
        <p:spPr>
          <a:xfrm>
            <a:off x="1180082" y="458772"/>
            <a:ext cx="11836" cy="514904"/>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400AD82-9AF4-7A26-4056-D0A6E7DC6FDC}"/>
              </a:ext>
            </a:extLst>
          </p:cNvPr>
          <p:cNvCxnSpPr>
            <a:cxnSpLocks/>
          </p:cNvCxnSpPr>
          <p:nvPr/>
        </p:nvCxnSpPr>
        <p:spPr>
          <a:xfrm flipV="1">
            <a:off x="1180082" y="426220"/>
            <a:ext cx="2675136" cy="10358"/>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AEE9DA6C-2DF6-B022-D57E-822F1247061D}"/>
              </a:ext>
            </a:extLst>
          </p:cNvPr>
          <p:cNvCxnSpPr/>
          <p:nvPr/>
        </p:nvCxnSpPr>
        <p:spPr>
          <a:xfrm>
            <a:off x="3863267" y="426868"/>
            <a:ext cx="4438" cy="27076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1952632D-3C1C-C8C6-9C95-186EF44CDCAB}"/>
              </a:ext>
            </a:extLst>
          </p:cNvPr>
          <p:cNvSpPr/>
          <p:nvPr/>
        </p:nvSpPr>
        <p:spPr>
          <a:xfrm>
            <a:off x="3588057" y="2027067"/>
            <a:ext cx="406893" cy="406893"/>
          </a:xfrm>
          <a:prstGeom prst="ellipse">
            <a:avLst/>
          </a:prstGeom>
          <a:solidFill>
            <a:srgbClr val="000000">
              <a:alpha val="4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28" name="Straight Arrow Connector 27">
            <a:extLst>
              <a:ext uri="{FF2B5EF4-FFF2-40B4-BE49-F238E27FC236}">
                <a16:creationId xmlns:a16="http://schemas.microsoft.com/office/drawing/2014/main" id="{5B4502D9-21B7-BE82-2599-C9998ED76C0A}"/>
              </a:ext>
            </a:extLst>
          </p:cNvPr>
          <p:cNvCxnSpPr/>
          <p:nvPr/>
        </p:nvCxnSpPr>
        <p:spPr>
          <a:xfrm flipV="1">
            <a:off x="4026023" y="2221636"/>
            <a:ext cx="2142476" cy="103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CE785150-E47B-A6AD-A9CD-04088A176C08}"/>
              </a:ext>
            </a:extLst>
          </p:cNvPr>
          <p:cNvSpPr/>
          <p:nvPr/>
        </p:nvSpPr>
        <p:spPr>
          <a:xfrm>
            <a:off x="6214368" y="2182426"/>
            <a:ext cx="406893" cy="406893"/>
          </a:xfrm>
          <a:prstGeom prst="ellipse">
            <a:avLst/>
          </a:prstGeom>
          <a:solidFill>
            <a:srgbClr val="000000">
              <a:alpha val="4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30" name="Straight Arrow Connector 29">
            <a:extLst>
              <a:ext uri="{FF2B5EF4-FFF2-40B4-BE49-F238E27FC236}">
                <a16:creationId xmlns:a16="http://schemas.microsoft.com/office/drawing/2014/main" id="{DC231E00-714A-8D6B-6784-575877DFDAFE}"/>
              </a:ext>
            </a:extLst>
          </p:cNvPr>
          <p:cNvCxnSpPr>
            <a:cxnSpLocks/>
          </p:cNvCxnSpPr>
          <p:nvPr/>
        </p:nvCxnSpPr>
        <p:spPr>
          <a:xfrm flipV="1">
            <a:off x="6652334" y="2376995"/>
            <a:ext cx="2142476" cy="103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9165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1DFEDA2-4455-0E07-8FCB-4B9A340485C3}"/>
              </a:ext>
            </a:extLst>
          </p:cNvPr>
          <p:cNvSpPr/>
          <p:nvPr/>
        </p:nvSpPr>
        <p:spPr>
          <a:xfrm>
            <a:off x="928455" y="251533"/>
            <a:ext cx="10342484" cy="480873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F784BA8-BD6E-BFE0-49E0-DB2FB442CBAB}"/>
              </a:ext>
            </a:extLst>
          </p:cNvPr>
          <p:cNvSpPr txBox="1"/>
          <p:nvPr/>
        </p:nvSpPr>
        <p:spPr>
          <a:xfrm>
            <a:off x="837344" y="5103779"/>
            <a:ext cx="10433595" cy="110799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b="1" dirty="0">
                <a:latin typeface="Times New Roman"/>
                <a:cs typeface="Times New Roman"/>
              </a:rPr>
              <a:t>Interested Event:</a:t>
            </a:r>
            <a:endParaRPr lang="en-US" b="1" dirty="0"/>
          </a:p>
          <a:p>
            <a:r>
              <a:rPr lang="en-US" sz="2200" dirty="0">
                <a:latin typeface="Times New Roman"/>
                <a:cs typeface="Times New Roman"/>
              </a:rPr>
              <a:t>The users can click the heart symbol to save the event to their interested events list. They can retrieve this list through the drop-down button.</a:t>
            </a:r>
            <a:endParaRPr lang="en-US" dirty="0"/>
          </a:p>
        </p:txBody>
      </p:sp>
      <p:pic>
        <p:nvPicPr>
          <p:cNvPr id="3" name="Picture 2" descr="Graphical user interface&#10;&#10;Description automatically generated">
            <a:extLst>
              <a:ext uri="{FF2B5EF4-FFF2-40B4-BE49-F238E27FC236}">
                <a16:creationId xmlns:a16="http://schemas.microsoft.com/office/drawing/2014/main" id="{54B2123C-A609-0D6F-81A4-3FADC2570F08}"/>
              </a:ext>
            </a:extLst>
          </p:cNvPr>
          <p:cNvPicPr>
            <a:picLocks noChangeAspect="1"/>
          </p:cNvPicPr>
          <p:nvPr/>
        </p:nvPicPr>
        <p:blipFill>
          <a:blip r:embed="rId2"/>
          <a:stretch>
            <a:fillRect/>
          </a:stretch>
        </p:blipFill>
        <p:spPr>
          <a:xfrm>
            <a:off x="1173343" y="855486"/>
            <a:ext cx="1841886" cy="3974953"/>
          </a:xfrm>
          <a:prstGeom prst="rect">
            <a:avLst/>
          </a:prstGeom>
        </p:spPr>
      </p:pic>
      <p:pic>
        <p:nvPicPr>
          <p:cNvPr id="4" name="Picture 3" descr="Graphical user interface&#10;&#10;Description automatically generated">
            <a:extLst>
              <a:ext uri="{FF2B5EF4-FFF2-40B4-BE49-F238E27FC236}">
                <a16:creationId xmlns:a16="http://schemas.microsoft.com/office/drawing/2014/main" id="{4AFDD50B-6EC6-A220-F253-32ED91715B07}"/>
              </a:ext>
            </a:extLst>
          </p:cNvPr>
          <p:cNvPicPr>
            <a:picLocks noChangeAspect="1"/>
          </p:cNvPicPr>
          <p:nvPr/>
        </p:nvPicPr>
        <p:blipFill>
          <a:blip r:embed="rId3"/>
          <a:stretch>
            <a:fillRect/>
          </a:stretch>
        </p:blipFill>
        <p:spPr>
          <a:xfrm>
            <a:off x="3815962" y="855486"/>
            <a:ext cx="1849284" cy="3974953"/>
          </a:xfrm>
          <a:prstGeom prst="rect">
            <a:avLst/>
          </a:prstGeom>
        </p:spPr>
      </p:pic>
      <p:pic>
        <p:nvPicPr>
          <p:cNvPr id="5" name="Picture 4" descr="Graphical user interface, application&#10;&#10;Description automatically generated">
            <a:extLst>
              <a:ext uri="{FF2B5EF4-FFF2-40B4-BE49-F238E27FC236}">
                <a16:creationId xmlns:a16="http://schemas.microsoft.com/office/drawing/2014/main" id="{C7268F95-823F-2517-BA09-8A4E72FE88BD}"/>
              </a:ext>
            </a:extLst>
          </p:cNvPr>
          <p:cNvPicPr>
            <a:picLocks noChangeAspect="1"/>
          </p:cNvPicPr>
          <p:nvPr/>
        </p:nvPicPr>
        <p:blipFill>
          <a:blip r:embed="rId4"/>
          <a:stretch>
            <a:fillRect/>
          </a:stretch>
        </p:blipFill>
        <p:spPr>
          <a:xfrm>
            <a:off x="9153065" y="914671"/>
            <a:ext cx="1804101" cy="3923167"/>
          </a:xfrm>
          <a:prstGeom prst="rect">
            <a:avLst/>
          </a:prstGeom>
        </p:spPr>
      </p:pic>
      <p:sp>
        <p:nvSpPr>
          <p:cNvPr id="6" name="Oval 5">
            <a:extLst>
              <a:ext uri="{FF2B5EF4-FFF2-40B4-BE49-F238E27FC236}">
                <a16:creationId xmlns:a16="http://schemas.microsoft.com/office/drawing/2014/main" id="{15ABAB46-8DA8-878C-7DCA-293F4E710B19}"/>
              </a:ext>
            </a:extLst>
          </p:cNvPr>
          <p:cNvSpPr/>
          <p:nvPr/>
        </p:nvSpPr>
        <p:spPr>
          <a:xfrm>
            <a:off x="2663300" y="1235476"/>
            <a:ext cx="406893" cy="406893"/>
          </a:xfrm>
          <a:prstGeom prst="ellipse">
            <a:avLst/>
          </a:prstGeom>
          <a:solidFill>
            <a:srgbClr val="000000">
              <a:alpha val="4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7" name="Straight Arrow Connector 6">
            <a:extLst>
              <a:ext uri="{FF2B5EF4-FFF2-40B4-BE49-F238E27FC236}">
                <a16:creationId xmlns:a16="http://schemas.microsoft.com/office/drawing/2014/main" id="{F9A011FD-BD86-4134-216D-E6C65B907443}"/>
              </a:ext>
            </a:extLst>
          </p:cNvPr>
          <p:cNvCxnSpPr/>
          <p:nvPr/>
        </p:nvCxnSpPr>
        <p:spPr>
          <a:xfrm flipH="1">
            <a:off x="2863879" y="451376"/>
            <a:ext cx="2960" cy="781233"/>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C0515DB-6B90-7EA1-86F6-354BB0C46AF1}"/>
              </a:ext>
            </a:extLst>
          </p:cNvPr>
          <p:cNvCxnSpPr>
            <a:cxnSpLocks/>
          </p:cNvCxnSpPr>
          <p:nvPr/>
        </p:nvCxnSpPr>
        <p:spPr>
          <a:xfrm flipV="1">
            <a:off x="2866839" y="441018"/>
            <a:ext cx="1491447" cy="10358"/>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A279AEE1-516A-9F8E-E045-B62E81671E2B}"/>
              </a:ext>
            </a:extLst>
          </p:cNvPr>
          <p:cNvCxnSpPr/>
          <p:nvPr/>
        </p:nvCxnSpPr>
        <p:spPr>
          <a:xfrm flipH="1">
            <a:off x="4370773" y="449063"/>
            <a:ext cx="2960" cy="41872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descr="Graphical user interface, application&#10;&#10;Description automatically generated">
            <a:extLst>
              <a:ext uri="{FF2B5EF4-FFF2-40B4-BE49-F238E27FC236}">
                <a16:creationId xmlns:a16="http://schemas.microsoft.com/office/drawing/2014/main" id="{2E9DBC22-B6ED-89B8-99DF-A0B29CE4A81C}"/>
              </a:ext>
            </a:extLst>
          </p:cNvPr>
          <p:cNvPicPr>
            <a:picLocks noChangeAspect="1"/>
          </p:cNvPicPr>
          <p:nvPr/>
        </p:nvPicPr>
        <p:blipFill>
          <a:blip r:embed="rId5"/>
          <a:stretch>
            <a:fillRect/>
          </a:stretch>
        </p:blipFill>
        <p:spPr>
          <a:xfrm>
            <a:off x="6497038" y="859505"/>
            <a:ext cx="1852228" cy="3973823"/>
          </a:xfrm>
          <a:prstGeom prst="rect">
            <a:avLst/>
          </a:prstGeom>
        </p:spPr>
      </p:pic>
      <p:sp>
        <p:nvSpPr>
          <p:cNvPr id="11" name="Oval 10">
            <a:extLst>
              <a:ext uri="{FF2B5EF4-FFF2-40B4-BE49-F238E27FC236}">
                <a16:creationId xmlns:a16="http://schemas.microsoft.com/office/drawing/2014/main" id="{4E6D3B7F-318B-4CD5-E11B-65A6AE78A286}"/>
              </a:ext>
            </a:extLst>
          </p:cNvPr>
          <p:cNvSpPr/>
          <p:nvPr/>
        </p:nvSpPr>
        <p:spPr>
          <a:xfrm>
            <a:off x="6562077" y="2552329"/>
            <a:ext cx="406893" cy="406893"/>
          </a:xfrm>
          <a:prstGeom prst="ellipse">
            <a:avLst/>
          </a:prstGeom>
          <a:solidFill>
            <a:srgbClr val="000000">
              <a:alpha val="4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12" name="Straight Arrow Connector 11">
            <a:extLst>
              <a:ext uri="{FF2B5EF4-FFF2-40B4-BE49-F238E27FC236}">
                <a16:creationId xmlns:a16="http://schemas.microsoft.com/office/drawing/2014/main" id="{88AE2AC4-FBCB-B48B-FA56-CF89F2B8541C}"/>
              </a:ext>
            </a:extLst>
          </p:cNvPr>
          <p:cNvCxnSpPr>
            <a:cxnSpLocks/>
          </p:cNvCxnSpPr>
          <p:nvPr/>
        </p:nvCxnSpPr>
        <p:spPr>
          <a:xfrm flipV="1">
            <a:off x="7000043" y="2746898"/>
            <a:ext cx="2142476" cy="103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4477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7D502E0-BF0A-97AE-E79B-421B5AEEC94C}"/>
              </a:ext>
            </a:extLst>
          </p:cNvPr>
          <p:cNvSpPr/>
          <p:nvPr/>
        </p:nvSpPr>
        <p:spPr>
          <a:xfrm>
            <a:off x="1512901" y="318115"/>
            <a:ext cx="8574349" cy="469036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94B7299B-5488-7008-F0CE-3DA4FB0FAD99}"/>
              </a:ext>
            </a:extLst>
          </p:cNvPr>
          <p:cNvSpPr txBox="1"/>
          <p:nvPr/>
        </p:nvSpPr>
        <p:spPr>
          <a:xfrm>
            <a:off x="934816" y="4869987"/>
            <a:ext cx="10774204" cy="144655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b="1" dirty="0">
                <a:latin typeface="Times New Roman"/>
                <a:cs typeface="Times New Roman"/>
              </a:rPr>
              <a:t>Create Event:</a:t>
            </a:r>
            <a:endParaRPr lang="en-US" b="1" dirty="0"/>
          </a:p>
          <a:p>
            <a:r>
              <a:rPr lang="en-US" sz="2200" dirty="0">
                <a:latin typeface="Times New Roman"/>
                <a:cs typeface="Times New Roman"/>
              </a:rPr>
              <a:t>Users have the ability to create new events within the app as well as adding a description, a location, and time for the individual event. An admin then approves or denies their event request before it posts to the app.</a:t>
            </a:r>
            <a:endParaRPr lang="en-US" dirty="0"/>
          </a:p>
        </p:txBody>
      </p:sp>
      <p:pic>
        <p:nvPicPr>
          <p:cNvPr id="3" name="Picture 2">
            <a:extLst>
              <a:ext uri="{FF2B5EF4-FFF2-40B4-BE49-F238E27FC236}">
                <a16:creationId xmlns:a16="http://schemas.microsoft.com/office/drawing/2014/main" id="{F3104821-D420-3246-FD57-C2749F7C751D}"/>
              </a:ext>
            </a:extLst>
          </p:cNvPr>
          <p:cNvPicPr>
            <a:picLocks noChangeAspect="1"/>
          </p:cNvPicPr>
          <p:nvPr/>
        </p:nvPicPr>
        <p:blipFill>
          <a:blip r:embed="rId3"/>
          <a:stretch>
            <a:fillRect/>
          </a:stretch>
        </p:blipFill>
        <p:spPr>
          <a:xfrm>
            <a:off x="7896270" y="520745"/>
            <a:ext cx="1992473" cy="4304127"/>
          </a:xfrm>
          <a:prstGeom prst="rect">
            <a:avLst/>
          </a:prstGeom>
        </p:spPr>
      </p:pic>
      <p:pic>
        <p:nvPicPr>
          <p:cNvPr id="4" name="Picture 3">
            <a:extLst>
              <a:ext uri="{FF2B5EF4-FFF2-40B4-BE49-F238E27FC236}">
                <a16:creationId xmlns:a16="http://schemas.microsoft.com/office/drawing/2014/main" id="{04BD1895-9F41-1AA3-4087-0E3BCD5C4F5D}"/>
              </a:ext>
            </a:extLst>
          </p:cNvPr>
          <p:cNvPicPr>
            <a:picLocks noChangeAspect="1"/>
          </p:cNvPicPr>
          <p:nvPr/>
        </p:nvPicPr>
        <p:blipFill>
          <a:blip r:embed="rId4"/>
          <a:stretch>
            <a:fillRect/>
          </a:stretch>
        </p:blipFill>
        <p:spPr>
          <a:xfrm>
            <a:off x="4730776" y="520745"/>
            <a:ext cx="1992473" cy="4304127"/>
          </a:xfrm>
          <a:prstGeom prst="rect">
            <a:avLst/>
          </a:prstGeom>
        </p:spPr>
      </p:pic>
      <p:pic>
        <p:nvPicPr>
          <p:cNvPr id="5" name="Picture 4" descr="Graphical user interface, application&#10;&#10;Description automatically generated">
            <a:extLst>
              <a:ext uri="{FF2B5EF4-FFF2-40B4-BE49-F238E27FC236}">
                <a16:creationId xmlns:a16="http://schemas.microsoft.com/office/drawing/2014/main" id="{A893FD1C-F871-8A94-F1B7-7622587C8440}"/>
              </a:ext>
            </a:extLst>
          </p:cNvPr>
          <p:cNvPicPr>
            <a:picLocks noChangeAspect="1"/>
          </p:cNvPicPr>
          <p:nvPr/>
        </p:nvPicPr>
        <p:blipFill>
          <a:blip r:embed="rId5"/>
          <a:stretch>
            <a:fillRect/>
          </a:stretch>
        </p:blipFill>
        <p:spPr>
          <a:xfrm>
            <a:off x="1703228" y="517761"/>
            <a:ext cx="1993878" cy="4304012"/>
          </a:xfrm>
          <a:prstGeom prst="rect">
            <a:avLst/>
          </a:prstGeom>
        </p:spPr>
      </p:pic>
      <p:sp>
        <p:nvSpPr>
          <p:cNvPr id="6" name="Oval 5">
            <a:extLst>
              <a:ext uri="{FF2B5EF4-FFF2-40B4-BE49-F238E27FC236}">
                <a16:creationId xmlns:a16="http://schemas.microsoft.com/office/drawing/2014/main" id="{AFFE4578-AAEE-4F54-DC21-37981565858A}"/>
              </a:ext>
            </a:extLst>
          </p:cNvPr>
          <p:cNvSpPr/>
          <p:nvPr/>
        </p:nvSpPr>
        <p:spPr>
          <a:xfrm>
            <a:off x="3380912" y="695417"/>
            <a:ext cx="421689" cy="421689"/>
          </a:xfrm>
          <a:prstGeom prst="ellipse">
            <a:avLst/>
          </a:prstGeom>
          <a:solidFill>
            <a:srgbClr val="000000">
              <a:alpha val="4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7" name="Straight Arrow Connector 6">
            <a:extLst>
              <a:ext uri="{FF2B5EF4-FFF2-40B4-BE49-F238E27FC236}">
                <a16:creationId xmlns:a16="http://schemas.microsoft.com/office/drawing/2014/main" id="{C7E8434E-8D7F-0505-E135-31B3E9F79A89}"/>
              </a:ext>
            </a:extLst>
          </p:cNvPr>
          <p:cNvCxnSpPr>
            <a:cxnSpLocks/>
          </p:cNvCxnSpPr>
          <p:nvPr/>
        </p:nvCxnSpPr>
        <p:spPr>
          <a:xfrm flipV="1">
            <a:off x="3804082" y="897382"/>
            <a:ext cx="921797" cy="29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AB01D233-1363-05F0-1F95-C5358A4E3EE7}"/>
              </a:ext>
            </a:extLst>
          </p:cNvPr>
          <p:cNvSpPr/>
          <p:nvPr/>
        </p:nvSpPr>
        <p:spPr>
          <a:xfrm>
            <a:off x="5407980" y="2123242"/>
            <a:ext cx="547456" cy="532660"/>
          </a:xfrm>
          <a:prstGeom prst="ellipse">
            <a:avLst/>
          </a:prstGeom>
          <a:solidFill>
            <a:srgbClr val="000000">
              <a:alpha val="4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9" name="Straight Arrow Connector 8">
            <a:extLst>
              <a:ext uri="{FF2B5EF4-FFF2-40B4-BE49-F238E27FC236}">
                <a16:creationId xmlns:a16="http://schemas.microsoft.com/office/drawing/2014/main" id="{861F07F5-09D3-7598-0831-23A12A8DD0F7}"/>
              </a:ext>
            </a:extLst>
          </p:cNvPr>
          <p:cNvCxnSpPr>
            <a:cxnSpLocks/>
          </p:cNvCxnSpPr>
          <p:nvPr/>
        </p:nvCxnSpPr>
        <p:spPr>
          <a:xfrm flipV="1">
            <a:off x="5956917" y="2384392"/>
            <a:ext cx="1942729" cy="29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5941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920B09D-254C-4A6E-9DCC-4DC7B91D8C2E}"/>
              </a:ext>
            </a:extLst>
          </p:cNvPr>
          <p:cNvSpPr/>
          <p:nvPr/>
        </p:nvSpPr>
        <p:spPr>
          <a:xfrm>
            <a:off x="506765" y="636232"/>
            <a:ext cx="6391922" cy="57556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ntent Placeholder 2">
            <a:extLst>
              <a:ext uri="{FF2B5EF4-FFF2-40B4-BE49-F238E27FC236}">
                <a16:creationId xmlns:a16="http://schemas.microsoft.com/office/drawing/2014/main" id="{742A0851-313B-A447-C99E-FEA606247A15}"/>
              </a:ext>
            </a:extLst>
          </p:cNvPr>
          <p:cNvSpPr>
            <a:spLocks noGrp="1"/>
          </p:cNvSpPr>
          <p:nvPr/>
        </p:nvSpPr>
        <p:spPr>
          <a:xfrm>
            <a:off x="7145026" y="1971997"/>
            <a:ext cx="4178329" cy="4195481"/>
          </a:xfrm>
          <a:prstGeom prst="rect">
            <a:avLst/>
          </a:prstGeom>
        </p:spPr>
        <p:txBody>
          <a:bodyPr vert="horz" lIns="91440" tIns="45720" rIns="91440" bIns="45720" rtlCol="0" anchor="t">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US" sz="2200" b="1" dirty="0">
                <a:latin typeface="Times New Roman"/>
                <a:cs typeface="Times New Roman"/>
              </a:rPr>
              <a:t>Admin:</a:t>
            </a:r>
            <a:endParaRPr lang="en-US" b="1" dirty="0"/>
          </a:p>
          <a:p>
            <a:pPr marL="0" indent="0">
              <a:buNone/>
            </a:pPr>
            <a:r>
              <a:rPr lang="en-US" sz="2200" dirty="0">
                <a:latin typeface="Times New Roman"/>
                <a:cs typeface="Times New Roman"/>
              </a:rPr>
              <a:t>This page is only for the staff who have permission to approve proposed events. </a:t>
            </a:r>
            <a:endParaRPr lang="en-US" dirty="0"/>
          </a:p>
          <a:p>
            <a:pPr marL="0" indent="0">
              <a:buClr>
                <a:srgbClr val="8AD0D6"/>
              </a:buClr>
              <a:buNone/>
            </a:pPr>
            <a:r>
              <a:rPr lang="en-US" sz="2200" dirty="0">
                <a:latin typeface="Times New Roman"/>
                <a:cs typeface="Times New Roman"/>
              </a:rPr>
              <a:t>In case of error, there are two buttons which can be used for canceling duplicate events and approving or denying upcoming events.</a:t>
            </a:r>
          </a:p>
        </p:txBody>
      </p:sp>
      <p:pic>
        <p:nvPicPr>
          <p:cNvPr id="3" name="Picture 2" descr="Graphical user interface, application&#10;&#10;Description automatically generated">
            <a:extLst>
              <a:ext uri="{FF2B5EF4-FFF2-40B4-BE49-F238E27FC236}">
                <a16:creationId xmlns:a16="http://schemas.microsoft.com/office/drawing/2014/main" id="{7D104567-0094-EF76-DC2B-041247757E06}"/>
              </a:ext>
            </a:extLst>
          </p:cNvPr>
          <p:cNvPicPr>
            <a:picLocks noChangeAspect="1"/>
          </p:cNvPicPr>
          <p:nvPr/>
        </p:nvPicPr>
        <p:blipFill>
          <a:blip r:embed="rId2"/>
          <a:stretch>
            <a:fillRect/>
          </a:stretch>
        </p:blipFill>
        <p:spPr>
          <a:xfrm>
            <a:off x="753104" y="860927"/>
            <a:ext cx="2458681" cy="5306551"/>
          </a:xfrm>
          <a:prstGeom prst="rect">
            <a:avLst/>
          </a:prstGeom>
        </p:spPr>
      </p:pic>
      <p:sp>
        <p:nvSpPr>
          <p:cNvPr id="4" name="Oval 3">
            <a:extLst>
              <a:ext uri="{FF2B5EF4-FFF2-40B4-BE49-F238E27FC236}">
                <a16:creationId xmlns:a16="http://schemas.microsoft.com/office/drawing/2014/main" id="{46776579-4DCD-7425-FA0D-919F45A48087}"/>
              </a:ext>
            </a:extLst>
          </p:cNvPr>
          <p:cNvSpPr/>
          <p:nvPr/>
        </p:nvSpPr>
        <p:spPr>
          <a:xfrm>
            <a:off x="1568389" y="2737281"/>
            <a:ext cx="732407" cy="732407"/>
          </a:xfrm>
          <a:prstGeom prst="ellipse">
            <a:avLst/>
          </a:prstGeom>
          <a:solidFill>
            <a:srgbClr val="000000">
              <a:alpha val="4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5" name="Straight Arrow Connector 4">
            <a:extLst>
              <a:ext uri="{FF2B5EF4-FFF2-40B4-BE49-F238E27FC236}">
                <a16:creationId xmlns:a16="http://schemas.microsoft.com/office/drawing/2014/main" id="{8DEA7824-0D20-6A53-A837-C86500C6594E}"/>
              </a:ext>
            </a:extLst>
          </p:cNvPr>
          <p:cNvCxnSpPr>
            <a:cxnSpLocks/>
          </p:cNvCxnSpPr>
          <p:nvPr/>
        </p:nvCxnSpPr>
        <p:spPr>
          <a:xfrm flipV="1">
            <a:off x="2302276" y="3109403"/>
            <a:ext cx="1905739" cy="29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descr="Graphical user interface, application&#10;&#10;Description automatically generated">
            <a:extLst>
              <a:ext uri="{FF2B5EF4-FFF2-40B4-BE49-F238E27FC236}">
                <a16:creationId xmlns:a16="http://schemas.microsoft.com/office/drawing/2014/main" id="{4A0A0ACC-76AF-E095-B300-928F600C6800}"/>
              </a:ext>
            </a:extLst>
          </p:cNvPr>
          <p:cNvPicPr>
            <a:picLocks noChangeAspect="1"/>
          </p:cNvPicPr>
          <p:nvPr/>
        </p:nvPicPr>
        <p:blipFill>
          <a:blip r:embed="rId3"/>
          <a:stretch>
            <a:fillRect/>
          </a:stretch>
        </p:blipFill>
        <p:spPr>
          <a:xfrm>
            <a:off x="4212834" y="857236"/>
            <a:ext cx="2453697" cy="5310581"/>
          </a:xfrm>
          <a:prstGeom prst="rect">
            <a:avLst/>
          </a:prstGeom>
        </p:spPr>
      </p:pic>
    </p:spTree>
    <p:extLst>
      <p:ext uri="{BB962C8B-B14F-4D97-AF65-F5344CB8AC3E}">
        <p14:creationId xmlns:p14="http://schemas.microsoft.com/office/powerpoint/2010/main" val="4168925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3E8BDB3-DF30-081F-DCA5-0B3694498FE3}"/>
              </a:ext>
            </a:extLst>
          </p:cNvPr>
          <p:cNvSpPr/>
          <p:nvPr/>
        </p:nvSpPr>
        <p:spPr>
          <a:xfrm>
            <a:off x="1890202" y="162756"/>
            <a:ext cx="8093475" cy="506027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Graphical user interface, application&#10;&#10;Description automatically generated">
            <a:extLst>
              <a:ext uri="{FF2B5EF4-FFF2-40B4-BE49-F238E27FC236}">
                <a16:creationId xmlns:a16="http://schemas.microsoft.com/office/drawing/2014/main" id="{FA81C58C-E586-8CCC-9EC8-33247C6D9D1E}"/>
              </a:ext>
            </a:extLst>
          </p:cNvPr>
          <p:cNvPicPr>
            <a:picLocks noGrp="1" noChangeAspect="1"/>
          </p:cNvPicPr>
          <p:nvPr/>
        </p:nvPicPr>
        <p:blipFill>
          <a:blip r:embed="rId2"/>
          <a:stretch>
            <a:fillRect/>
          </a:stretch>
        </p:blipFill>
        <p:spPr>
          <a:xfrm>
            <a:off x="2113313" y="850505"/>
            <a:ext cx="1912975" cy="4145375"/>
          </a:xfrm>
          <a:prstGeom prst="rect">
            <a:avLst/>
          </a:prstGeom>
        </p:spPr>
      </p:pic>
      <p:pic>
        <p:nvPicPr>
          <p:cNvPr id="3" name="Picture 2" descr="Text&#10;&#10;Description automatically generated">
            <a:extLst>
              <a:ext uri="{FF2B5EF4-FFF2-40B4-BE49-F238E27FC236}">
                <a16:creationId xmlns:a16="http://schemas.microsoft.com/office/drawing/2014/main" id="{93A221DE-32C4-3EB9-A43A-83AEAE8F6DB6}"/>
              </a:ext>
            </a:extLst>
          </p:cNvPr>
          <p:cNvPicPr>
            <a:picLocks noChangeAspect="1"/>
          </p:cNvPicPr>
          <p:nvPr/>
        </p:nvPicPr>
        <p:blipFill>
          <a:blip r:embed="rId3"/>
          <a:stretch>
            <a:fillRect/>
          </a:stretch>
        </p:blipFill>
        <p:spPr>
          <a:xfrm>
            <a:off x="7834222" y="849838"/>
            <a:ext cx="1912844" cy="4141687"/>
          </a:xfrm>
          <a:prstGeom prst="rect">
            <a:avLst/>
          </a:prstGeom>
        </p:spPr>
      </p:pic>
      <p:pic>
        <p:nvPicPr>
          <p:cNvPr id="4" name="Picture 3" descr="Graphical user interface, application&#10;&#10;Description automatically generated">
            <a:extLst>
              <a:ext uri="{FF2B5EF4-FFF2-40B4-BE49-F238E27FC236}">
                <a16:creationId xmlns:a16="http://schemas.microsoft.com/office/drawing/2014/main" id="{915FF8A5-1B55-BE9F-8BAB-DF159A740CA0}"/>
              </a:ext>
            </a:extLst>
          </p:cNvPr>
          <p:cNvPicPr>
            <a:picLocks noChangeAspect="1"/>
          </p:cNvPicPr>
          <p:nvPr/>
        </p:nvPicPr>
        <p:blipFill>
          <a:blip r:embed="rId4"/>
          <a:stretch>
            <a:fillRect/>
          </a:stretch>
        </p:blipFill>
        <p:spPr>
          <a:xfrm>
            <a:off x="4997028" y="849838"/>
            <a:ext cx="1913639" cy="4141688"/>
          </a:xfrm>
          <a:prstGeom prst="rect">
            <a:avLst/>
          </a:prstGeom>
        </p:spPr>
      </p:pic>
      <p:sp>
        <p:nvSpPr>
          <p:cNvPr id="5" name="TextBox 4">
            <a:extLst>
              <a:ext uri="{FF2B5EF4-FFF2-40B4-BE49-F238E27FC236}">
                <a16:creationId xmlns:a16="http://schemas.microsoft.com/office/drawing/2014/main" id="{B2DE3C6D-A487-5C7D-8FB9-FBDFD705A7E6}"/>
              </a:ext>
            </a:extLst>
          </p:cNvPr>
          <p:cNvSpPr txBox="1"/>
          <p:nvPr/>
        </p:nvSpPr>
        <p:spPr>
          <a:xfrm>
            <a:off x="544139" y="4931510"/>
            <a:ext cx="11217515" cy="144655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b="1" dirty="0">
                <a:latin typeface="Times New Roman"/>
                <a:cs typeface="Calibri"/>
              </a:rPr>
              <a:t>Admin Event Edit:</a:t>
            </a:r>
            <a:endParaRPr lang="en-US" b="1" dirty="0"/>
          </a:p>
          <a:p>
            <a:r>
              <a:rPr lang="en-US" sz="2200" dirty="0">
                <a:latin typeface="Times New Roman"/>
                <a:cs typeface="Calibri"/>
              </a:rPr>
              <a:t>The select users that have admin privileges will gain access to the edit event function. The edit event function allows for admins to edit individual pieces of information about the event. The edit event function allows for the changing of date, location, etc.</a:t>
            </a:r>
            <a:endParaRPr lang="en-US" dirty="0"/>
          </a:p>
        </p:txBody>
      </p:sp>
      <p:sp>
        <p:nvSpPr>
          <p:cNvPr id="6" name="Oval 5">
            <a:extLst>
              <a:ext uri="{FF2B5EF4-FFF2-40B4-BE49-F238E27FC236}">
                <a16:creationId xmlns:a16="http://schemas.microsoft.com/office/drawing/2014/main" id="{81B361A6-29F6-76B8-CE87-CF5902AFC586}"/>
              </a:ext>
            </a:extLst>
          </p:cNvPr>
          <p:cNvSpPr/>
          <p:nvPr/>
        </p:nvSpPr>
        <p:spPr>
          <a:xfrm>
            <a:off x="2870447" y="2411765"/>
            <a:ext cx="406893" cy="406893"/>
          </a:xfrm>
          <a:prstGeom prst="ellipse">
            <a:avLst/>
          </a:prstGeom>
          <a:solidFill>
            <a:srgbClr val="000000">
              <a:alpha val="4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7" name="Straight Arrow Connector 6">
            <a:extLst>
              <a:ext uri="{FF2B5EF4-FFF2-40B4-BE49-F238E27FC236}">
                <a16:creationId xmlns:a16="http://schemas.microsoft.com/office/drawing/2014/main" id="{B036313D-3979-D538-9EF8-708D38970749}"/>
              </a:ext>
            </a:extLst>
          </p:cNvPr>
          <p:cNvCxnSpPr>
            <a:cxnSpLocks/>
          </p:cNvCxnSpPr>
          <p:nvPr/>
        </p:nvCxnSpPr>
        <p:spPr>
          <a:xfrm>
            <a:off x="3308413" y="2616692"/>
            <a:ext cx="1698593" cy="443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99720CCB-0F28-E3E2-DB56-7FC78D6A08D3}"/>
              </a:ext>
            </a:extLst>
          </p:cNvPr>
          <p:cNvSpPr/>
          <p:nvPr/>
        </p:nvSpPr>
        <p:spPr>
          <a:xfrm>
            <a:off x="5186039" y="2004872"/>
            <a:ext cx="406893" cy="406893"/>
          </a:xfrm>
          <a:prstGeom prst="ellipse">
            <a:avLst/>
          </a:prstGeom>
          <a:solidFill>
            <a:srgbClr val="000000">
              <a:alpha val="4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9" name="Straight Arrow Connector 8">
            <a:extLst>
              <a:ext uri="{FF2B5EF4-FFF2-40B4-BE49-F238E27FC236}">
                <a16:creationId xmlns:a16="http://schemas.microsoft.com/office/drawing/2014/main" id="{1E8A670F-3175-8A39-2C31-4B92F4A111B6}"/>
              </a:ext>
            </a:extLst>
          </p:cNvPr>
          <p:cNvCxnSpPr/>
          <p:nvPr/>
        </p:nvCxnSpPr>
        <p:spPr>
          <a:xfrm>
            <a:off x="5374781" y="443978"/>
            <a:ext cx="4438" cy="1550630"/>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2854A28A-346B-9A87-D92C-202A5C8E46F6}"/>
              </a:ext>
            </a:extLst>
          </p:cNvPr>
          <p:cNvCxnSpPr>
            <a:cxnSpLocks/>
          </p:cNvCxnSpPr>
          <p:nvPr/>
        </p:nvCxnSpPr>
        <p:spPr>
          <a:xfrm flipV="1">
            <a:off x="5389577" y="433619"/>
            <a:ext cx="3437136" cy="2960"/>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06F054D-9CB5-E816-44E2-CE46163B9A5E}"/>
              </a:ext>
            </a:extLst>
          </p:cNvPr>
          <p:cNvCxnSpPr/>
          <p:nvPr/>
        </p:nvCxnSpPr>
        <p:spPr>
          <a:xfrm flipH="1">
            <a:off x="8831802" y="441664"/>
            <a:ext cx="2960" cy="41872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4292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936CB49-BFA1-C6F0-5493-B2945E18CBDD}"/>
              </a:ext>
            </a:extLst>
          </p:cNvPr>
          <p:cNvSpPr/>
          <p:nvPr/>
        </p:nvSpPr>
        <p:spPr>
          <a:xfrm>
            <a:off x="884066" y="725007"/>
            <a:ext cx="6273553" cy="5504154"/>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239C6EE-33EE-845B-1315-EACD353BF2D6}"/>
              </a:ext>
            </a:extLst>
          </p:cNvPr>
          <p:cNvSpPr txBox="1"/>
          <p:nvPr/>
        </p:nvSpPr>
        <p:spPr>
          <a:xfrm>
            <a:off x="7419874" y="2009114"/>
            <a:ext cx="3723594" cy="313932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b="1" dirty="0">
                <a:latin typeface="Times New Roman"/>
                <a:cs typeface="Calibri"/>
              </a:rPr>
              <a:t>Event Search:</a:t>
            </a:r>
            <a:endParaRPr lang="en-US" b="1" dirty="0"/>
          </a:p>
          <a:p>
            <a:r>
              <a:rPr lang="en-US" sz="2200" dirty="0">
                <a:latin typeface="Times New Roman"/>
                <a:cs typeface="Calibri"/>
              </a:rPr>
              <a:t>The event search allows for the user to search specific events. Events can be filtered by date or location. It also gives users the ability to save events of interest; saved events can easily be viewed or added to event reminders.</a:t>
            </a:r>
            <a:endParaRPr lang="en-US" dirty="0"/>
          </a:p>
        </p:txBody>
      </p:sp>
      <p:pic>
        <p:nvPicPr>
          <p:cNvPr id="3" name="Picture 2" descr="Graphical user interface&#10;&#10;Description automatically generated">
            <a:extLst>
              <a:ext uri="{FF2B5EF4-FFF2-40B4-BE49-F238E27FC236}">
                <a16:creationId xmlns:a16="http://schemas.microsoft.com/office/drawing/2014/main" id="{7A143C12-5A27-584F-AC41-2E4BA695C555}"/>
              </a:ext>
            </a:extLst>
          </p:cNvPr>
          <p:cNvPicPr>
            <a:picLocks noChangeAspect="1"/>
          </p:cNvPicPr>
          <p:nvPr/>
        </p:nvPicPr>
        <p:blipFill>
          <a:blip r:embed="rId2"/>
          <a:stretch>
            <a:fillRect/>
          </a:stretch>
        </p:blipFill>
        <p:spPr>
          <a:xfrm>
            <a:off x="4600341" y="919716"/>
            <a:ext cx="2369284" cy="5137564"/>
          </a:xfrm>
          <a:prstGeom prst="rect">
            <a:avLst/>
          </a:prstGeom>
        </p:spPr>
      </p:pic>
      <p:pic>
        <p:nvPicPr>
          <p:cNvPr id="4" name="Picture 3" descr="Graphical user interface, text, application, chat or text message&#10;&#10;Description automatically generated">
            <a:extLst>
              <a:ext uri="{FF2B5EF4-FFF2-40B4-BE49-F238E27FC236}">
                <a16:creationId xmlns:a16="http://schemas.microsoft.com/office/drawing/2014/main" id="{2D1C5452-36C3-1AAC-569A-CCBC654D0FD0}"/>
              </a:ext>
            </a:extLst>
          </p:cNvPr>
          <p:cNvPicPr>
            <a:picLocks noChangeAspect="1"/>
          </p:cNvPicPr>
          <p:nvPr/>
        </p:nvPicPr>
        <p:blipFill>
          <a:blip r:embed="rId3"/>
          <a:stretch>
            <a:fillRect/>
          </a:stretch>
        </p:blipFill>
        <p:spPr>
          <a:xfrm>
            <a:off x="1048532" y="917852"/>
            <a:ext cx="2373752" cy="5143050"/>
          </a:xfrm>
          <a:prstGeom prst="rect">
            <a:avLst/>
          </a:prstGeom>
        </p:spPr>
      </p:pic>
      <p:sp>
        <p:nvSpPr>
          <p:cNvPr id="5" name="Oval 4">
            <a:extLst>
              <a:ext uri="{FF2B5EF4-FFF2-40B4-BE49-F238E27FC236}">
                <a16:creationId xmlns:a16="http://schemas.microsoft.com/office/drawing/2014/main" id="{F34C65E4-F96F-E943-9351-AC0FDFCE6789}"/>
              </a:ext>
            </a:extLst>
          </p:cNvPr>
          <p:cNvSpPr/>
          <p:nvPr/>
        </p:nvSpPr>
        <p:spPr>
          <a:xfrm>
            <a:off x="1309456" y="1035727"/>
            <a:ext cx="732407" cy="732407"/>
          </a:xfrm>
          <a:prstGeom prst="ellipse">
            <a:avLst/>
          </a:prstGeom>
          <a:solidFill>
            <a:srgbClr val="000000">
              <a:alpha val="4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6" name="Straight Arrow Connector 5">
            <a:extLst>
              <a:ext uri="{FF2B5EF4-FFF2-40B4-BE49-F238E27FC236}">
                <a16:creationId xmlns:a16="http://schemas.microsoft.com/office/drawing/2014/main" id="{9BB8894A-4CB8-0DB5-520E-FD8BA028CD4C}"/>
              </a:ext>
            </a:extLst>
          </p:cNvPr>
          <p:cNvCxnSpPr>
            <a:cxnSpLocks/>
          </p:cNvCxnSpPr>
          <p:nvPr/>
        </p:nvCxnSpPr>
        <p:spPr>
          <a:xfrm flipV="1">
            <a:off x="2043344" y="1407849"/>
            <a:ext cx="2556767" cy="29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7414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9E7E647-DFE7-AAE0-2B09-552198CF4245}"/>
              </a:ext>
            </a:extLst>
          </p:cNvPr>
          <p:cNvSpPr/>
          <p:nvPr/>
        </p:nvSpPr>
        <p:spPr>
          <a:xfrm>
            <a:off x="1651020" y="226324"/>
            <a:ext cx="8663125" cy="4756950"/>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descr="Graphical user interface, application&#10;&#10;Description automatically generated">
            <a:extLst>
              <a:ext uri="{FF2B5EF4-FFF2-40B4-BE49-F238E27FC236}">
                <a16:creationId xmlns:a16="http://schemas.microsoft.com/office/drawing/2014/main" id="{73914024-21F8-60EA-A305-5362F2E04FE8}"/>
              </a:ext>
            </a:extLst>
          </p:cNvPr>
          <p:cNvPicPr>
            <a:picLocks noGrp="1" noChangeAspect="1"/>
          </p:cNvPicPr>
          <p:nvPr/>
        </p:nvPicPr>
        <p:blipFill>
          <a:blip r:embed="rId2"/>
          <a:stretch>
            <a:fillRect/>
          </a:stretch>
        </p:blipFill>
        <p:spPr>
          <a:xfrm>
            <a:off x="4999647" y="580670"/>
            <a:ext cx="2027674" cy="4402604"/>
          </a:xfrm>
          <a:prstGeom prst="rect">
            <a:avLst/>
          </a:prstGeom>
        </p:spPr>
      </p:pic>
      <p:sp>
        <p:nvSpPr>
          <p:cNvPr id="12" name="TextBox 2">
            <a:extLst>
              <a:ext uri="{FF2B5EF4-FFF2-40B4-BE49-F238E27FC236}">
                <a16:creationId xmlns:a16="http://schemas.microsoft.com/office/drawing/2014/main" id="{26356E80-B359-41F0-623B-D31041CF7707}"/>
              </a:ext>
            </a:extLst>
          </p:cNvPr>
          <p:cNvSpPr txBox="1"/>
          <p:nvPr/>
        </p:nvSpPr>
        <p:spPr>
          <a:xfrm>
            <a:off x="636220" y="4874446"/>
            <a:ext cx="10919559" cy="144655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b="1" dirty="0">
                <a:latin typeface="Times New Roman"/>
                <a:cs typeface="Times New Roman"/>
              </a:rPr>
              <a:t>Reminders and Map Function:</a:t>
            </a:r>
            <a:endParaRPr lang="en-US" sz="2200" b="1" dirty="0">
              <a:ea typeface="+mn-lt"/>
              <a:cs typeface="+mn-lt"/>
            </a:endParaRPr>
          </a:p>
          <a:p>
            <a:r>
              <a:rPr lang="en-US" sz="2200" dirty="0">
                <a:latin typeface="Times New Roman"/>
                <a:cs typeface="Times New Roman"/>
              </a:rPr>
              <a:t>The user can set event reminders that auto save to their phone calendar to save the date of upcoming events. The user also can utilize the "map" function to access directions and navigate to event locations. </a:t>
            </a:r>
            <a:endParaRPr lang="en-US" dirty="0"/>
          </a:p>
        </p:txBody>
      </p:sp>
      <p:pic>
        <p:nvPicPr>
          <p:cNvPr id="13" name="Picture 12" descr="Graphical user interface, application&#10;&#10;Description automatically generated">
            <a:extLst>
              <a:ext uri="{FF2B5EF4-FFF2-40B4-BE49-F238E27FC236}">
                <a16:creationId xmlns:a16="http://schemas.microsoft.com/office/drawing/2014/main" id="{211DAC0A-A5AC-8CA0-7157-F0920A2C649E}"/>
              </a:ext>
            </a:extLst>
          </p:cNvPr>
          <p:cNvPicPr>
            <a:picLocks noChangeAspect="1"/>
          </p:cNvPicPr>
          <p:nvPr/>
        </p:nvPicPr>
        <p:blipFill>
          <a:blip r:embed="rId3"/>
          <a:stretch>
            <a:fillRect/>
          </a:stretch>
        </p:blipFill>
        <p:spPr>
          <a:xfrm>
            <a:off x="8083746" y="580536"/>
            <a:ext cx="2025708" cy="4402741"/>
          </a:xfrm>
          <a:prstGeom prst="rect">
            <a:avLst/>
          </a:prstGeom>
        </p:spPr>
      </p:pic>
      <p:pic>
        <p:nvPicPr>
          <p:cNvPr id="14" name="Picture 13" descr="Graphical user interface&#10;&#10;Description automatically generated">
            <a:extLst>
              <a:ext uri="{FF2B5EF4-FFF2-40B4-BE49-F238E27FC236}">
                <a16:creationId xmlns:a16="http://schemas.microsoft.com/office/drawing/2014/main" id="{14B5D6DD-6E2E-D6C3-6A45-001E85541A15}"/>
              </a:ext>
            </a:extLst>
          </p:cNvPr>
          <p:cNvPicPr>
            <a:picLocks noChangeAspect="1"/>
          </p:cNvPicPr>
          <p:nvPr/>
        </p:nvPicPr>
        <p:blipFill>
          <a:blip r:embed="rId4"/>
          <a:stretch>
            <a:fillRect/>
          </a:stretch>
        </p:blipFill>
        <p:spPr>
          <a:xfrm>
            <a:off x="1877855" y="579405"/>
            <a:ext cx="2028973" cy="4405157"/>
          </a:xfrm>
          <a:prstGeom prst="rect">
            <a:avLst/>
          </a:prstGeom>
        </p:spPr>
      </p:pic>
      <p:sp>
        <p:nvSpPr>
          <p:cNvPr id="15" name="Oval 14">
            <a:extLst>
              <a:ext uri="{FF2B5EF4-FFF2-40B4-BE49-F238E27FC236}">
                <a16:creationId xmlns:a16="http://schemas.microsoft.com/office/drawing/2014/main" id="{234345A3-728C-999C-4AFD-2DAC29F0E013}"/>
              </a:ext>
            </a:extLst>
          </p:cNvPr>
          <p:cNvSpPr/>
          <p:nvPr/>
        </p:nvSpPr>
        <p:spPr>
          <a:xfrm>
            <a:off x="2234213" y="4039339"/>
            <a:ext cx="406893" cy="406893"/>
          </a:xfrm>
          <a:prstGeom prst="ellipse">
            <a:avLst/>
          </a:prstGeom>
          <a:solidFill>
            <a:srgbClr val="000000">
              <a:alpha val="4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Oval 15">
            <a:extLst>
              <a:ext uri="{FF2B5EF4-FFF2-40B4-BE49-F238E27FC236}">
                <a16:creationId xmlns:a16="http://schemas.microsoft.com/office/drawing/2014/main" id="{605CAE61-DB0A-5D86-73E7-EEC040A8CB74}"/>
              </a:ext>
            </a:extLst>
          </p:cNvPr>
          <p:cNvSpPr/>
          <p:nvPr/>
        </p:nvSpPr>
        <p:spPr>
          <a:xfrm>
            <a:off x="3181165" y="4039339"/>
            <a:ext cx="406893" cy="406893"/>
          </a:xfrm>
          <a:prstGeom prst="ellipse">
            <a:avLst/>
          </a:prstGeom>
          <a:solidFill>
            <a:srgbClr val="000000">
              <a:alpha val="44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17" name="Straight Arrow Connector 16">
            <a:extLst>
              <a:ext uri="{FF2B5EF4-FFF2-40B4-BE49-F238E27FC236}">
                <a16:creationId xmlns:a16="http://schemas.microsoft.com/office/drawing/2014/main" id="{9FC0EDD0-BF1B-B3D0-A03B-648245721BD4}"/>
              </a:ext>
            </a:extLst>
          </p:cNvPr>
          <p:cNvCxnSpPr>
            <a:cxnSpLocks/>
          </p:cNvCxnSpPr>
          <p:nvPr/>
        </p:nvCxnSpPr>
        <p:spPr>
          <a:xfrm flipV="1">
            <a:off x="3589539" y="4241305"/>
            <a:ext cx="1410069" cy="29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6A2D8BD-2604-F2B2-247B-D2DA419A0B56}"/>
              </a:ext>
            </a:extLst>
          </p:cNvPr>
          <p:cNvCxnSpPr>
            <a:cxnSpLocks/>
          </p:cNvCxnSpPr>
          <p:nvPr/>
        </p:nvCxnSpPr>
        <p:spPr>
          <a:xfrm>
            <a:off x="2442840" y="4732536"/>
            <a:ext cx="5634360" cy="443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9B6527E-B423-1486-CC47-6F9CEB077C50}"/>
              </a:ext>
            </a:extLst>
          </p:cNvPr>
          <p:cNvCxnSpPr/>
          <p:nvPr/>
        </p:nvCxnSpPr>
        <p:spPr>
          <a:xfrm>
            <a:off x="2437752" y="4446327"/>
            <a:ext cx="4438" cy="278164"/>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73914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777D96A-4C74-9F5F-B31D-1A170E1BE95A}"/>
              </a:ext>
            </a:extLst>
          </p:cNvPr>
          <p:cNvSpPr>
            <a:spLocks noGrp="1"/>
          </p:cNvSpPr>
          <p:nvPr/>
        </p:nvSpPr>
        <p:spPr>
          <a:xfrm>
            <a:off x="859" y="5177"/>
            <a:ext cx="12191774" cy="1110166"/>
          </a:xfrm>
          <a:prstGeom prst="rect">
            <a:avLst/>
          </a:prstGeom>
          <a:solidFill>
            <a:schemeClr val="accent5">
              <a:lumMod val="20000"/>
              <a:lumOff val="80000"/>
            </a:schemeClr>
          </a:solidFill>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US" sz="6000">
              <a:latin typeface="Times New Roman"/>
              <a:cs typeface="Times New Roman"/>
            </a:endParaRPr>
          </a:p>
        </p:txBody>
      </p:sp>
      <p:sp>
        <p:nvSpPr>
          <p:cNvPr id="2" name="Title 1">
            <a:extLst>
              <a:ext uri="{FF2B5EF4-FFF2-40B4-BE49-F238E27FC236}">
                <a16:creationId xmlns:a16="http://schemas.microsoft.com/office/drawing/2014/main" id="{BC83B6A6-73A8-7194-16A4-EB3A6A62C3C6}"/>
              </a:ext>
            </a:extLst>
          </p:cNvPr>
          <p:cNvSpPr>
            <a:spLocks noGrp="1"/>
          </p:cNvSpPr>
          <p:nvPr>
            <p:ph type="title"/>
          </p:nvPr>
        </p:nvSpPr>
        <p:spPr>
          <a:xfrm>
            <a:off x="2219" y="2620"/>
            <a:ext cx="10515600" cy="1325563"/>
          </a:xfrm>
        </p:spPr>
        <p:txBody>
          <a:bodyPr/>
          <a:lstStyle/>
          <a:p>
            <a:r>
              <a:rPr lang="en-US">
                <a:latin typeface="Times New Roman"/>
                <a:cs typeface="Calibri Light"/>
              </a:rPr>
              <a:t>V. Project Management </a:t>
            </a:r>
            <a:endParaRPr lang="en-US">
              <a:cs typeface="Calibri Light"/>
            </a:endParaRPr>
          </a:p>
        </p:txBody>
      </p:sp>
      <p:sp>
        <p:nvSpPr>
          <p:cNvPr id="5" name="TextBox 2">
            <a:extLst>
              <a:ext uri="{FF2B5EF4-FFF2-40B4-BE49-F238E27FC236}">
                <a16:creationId xmlns:a16="http://schemas.microsoft.com/office/drawing/2014/main" id="{90720806-246E-8FC2-C649-E53E1C753C46}"/>
              </a:ext>
            </a:extLst>
          </p:cNvPr>
          <p:cNvSpPr txBox="1"/>
          <p:nvPr/>
        </p:nvSpPr>
        <p:spPr>
          <a:xfrm>
            <a:off x="671909" y="1328183"/>
            <a:ext cx="10219215" cy="43088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b="1" dirty="0">
                <a:latin typeface="Times New Roman"/>
                <a:cs typeface="Segoe UI"/>
              </a:rPr>
              <a:t>PERT/CPM Chart:</a:t>
            </a:r>
            <a:endParaRPr lang="en-US" b="1" dirty="0"/>
          </a:p>
        </p:txBody>
      </p:sp>
      <p:pic>
        <p:nvPicPr>
          <p:cNvPr id="3" name="Picture 5" descr="A picture containing indoor, computer, star, dark&#10;&#10;Description automatically generated">
            <a:extLst>
              <a:ext uri="{FF2B5EF4-FFF2-40B4-BE49-F238E27FC236}">
                <a16:creationId xmlns:a16="http://schemas.microsoft.com/office/drawing/2014/main" id="{F2690A76-7A3A-4F83-A164-105367BBE25D}"/>
              </a:ext>
            </a:extLst>
          </p:cNvPr>
          <p:cNvPicPr>
            <a:picLocks noChangeAspect="1"/>
          </p:cNvPicPr>
          <p:nvPr/>
        </p:nvPicPr>
        <p:blipFill>
          <a:blip r:embed="rId2"/>
          <a:stretch>
            <a:fillRect/>
          </a:stretch>
        </p:blipFill>
        <p:spPr>
          <a:xfrm>
            <a:off x="1508154" y="2061646"/>
            <a:ext cx="9557367" cy="4168736"/>
          </a:xfrm>
          <a:prstGeom prst="rect">
            <a:avLst/>
          </a:prstGeom>
        </p:spPr>
      </p:pic>
    </p:spTree>
    <p:extLst>
      <p:ext uri="{BB962C8B-B14F-4D97-AF65-F5344CB8AC3E}">
        <p14:creationId xmlns:p14="http://schemas.microsoft.com/office/powerpoint/2010/main" val="3631638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777D96A-4C74-9F5F-B31D-1A170E1BE95A}"/>
              </a:ext>
            </a:extLst>
          </p:cNvPr>
          <p:cNvSpPr>
            <a:spLocks noGrp="1"/>
          </p:cNvSpPr>
          <p:nvPr/>
        </p:nvSpPr>
        <p:spPr>
          <a:xfrm>
            <a:off x="859" y="5177"/>
            <a:ext cx="12191774" cy="1110166"/>
          </a:xfrm>
          <a:prstGeom prst="rect">
            <a:avLst/>
          </a:prstGeom>
          <a:solidFill>
            <a:schemeClr val="accent5">
              <a:lumMod val="20000"/>
              <a:lumOff val="80000"/>
            </a:schemeClr>
          </a:solidFill>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US" sz="6000">
              <a:latin typeface="Times New Roman"/>
              <a:cs typeface="Times New Roman"/>
            </a:endParaRPr>
          </a:p>
        </p:txBody>
      </p:sp>
      <p:sp>
        <p:nvSpPr>
          <p:cNvPr id="2" name="Title 1">
            <a:extLst>
              <a:ext uri="{FF2B5EF4-FFF2-40B4-BE49-F238E27FC236}">
                <a16:creationId xmlns:a16="http://schemas.microsoft.com/office/drawing/2014/main" id="{BC83B6A6-73A8-7194-16A4-EB3A6A62C3C6}"/>
              </a:ext>
            </a:extLst>
          </p:cNvPr>
          <p:cNvSpPr>
            <a:spLocks noGrp="1"/>
          </p:cNvSpPr>
          <p:nvPr>
            <p:ph type="title"/>
          </p:nvPr>
        </p:nvSpPr>
        <p:spPr>
          <a:xfrm>
            <a:off x="2219" y="2620"/>
            <a:ext cx="10515600" cy="1325563"/>
          </a:xfrm>
        </p:spPr>
        <p:txBody>
          <a:bodyPr/>
          <a:lstStyle/>
          <a:p>
            <a:r>
              <a:rPr lang="en-US">
                <a:latin typeface="Times New Roman"/>
                <a:cs typeface="Calibri Light"/>
              </a:rPr>
              <a:t>V. Project Management </a:t>
            </a:r>
            <a:endParaRPr lang="en-US">
              <a:cs typeface="Calibri Light"/>
            </a:endParaRPr>
          </a:p>
        </p:txBody>
      </p:sp>
      <p:sp>
        <p:nvSpPr>
          <p:cNvPr id="5" name="TextBox 2">
            <a:extLst>
              <a:ext uri="{FF2B5EF4-FFF2-40B4-BE49-F238E27FC236}">
                <a16:creationId xmlns:a16="http://schemas.microsoft.com/office/drawing/2014/main" id="{90720806-246E-8FC2-C649-E53E1C753C46}"/>
              </a:ext>
            </a:extLst>
          </p:cNvPr>
          <p:cNvSpPr txBox="1"/>
          <p:nvPr/>
        </p:nvSpPr>
        <p:spPr>
          <a:xfrm>
            <a:off x="238772" y="1321940"/>
            <a:ext cx="10219215" cy="76944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200" dirty="0">
              <a:latin typeface="Times New Roman"/>
              <a:cs typeface="Segoe UI"/>
            </a:endParaRPr>
          </a:p>
          <a:p>
            <a:endParaRPr lang="en-US" sz="2200" dirty="0">
              <a:latin typeface="Times New Roman"/>
              <a:cs typeface="Segoe UI"/>
            </a:endParaRPr>
          </a:p>
        </p:txBody>
      </p:sp>
      <p:pic>
        <p:nvPicPr>
          <p:cNvPr id="3" name="Picture 5" descr="Table&#10;&#10;Description automatically generated">
            <a:extLst>
              <a:ext uri="{FF2B5EF4-FFF2-40B4-BE49-F238E27FC236}">
                <a16:creationId xmlns:a16="http://schemas.microsoft.com/office/drawing/2014/main" id="{8EC353E5-0347-6244-8230-31737BD7F02A}"/>
              </a:ext>
            </a:extLst>
          </p:cNvPr>
          <p:cNvPicPr>
            <a:picLocks noChangeAspect="1"/>
          </p:cNvPicPr>
          <p:nvPr/>
        </p:nvPicPr>
        <p:blipFill>
          <a:blip r:embed="rId2"/>
          <a:stretch>
            <a:fillRect/>
          </a:stretch>
        </p:blipFill>
        <p:spPr>
          <a:xfrm>
            <a:off x="799690" y="1831933"/>
            <a:ext cx="10600812" cy="4480520"/>
          </a:xfrm>
          <a:prstGeom prst="rect">
            <a:avLst/>
          </a:prstGeom>
        </p:spPr>
      </p:pic>
      <p:sp>
        <p:nvSpPr>
          <p:cNvPr id="7" name="TextBox 2">
            <a:extLst>
              <a:ext uri="{FF2B5EF4-FFF2-40B4-BE49-F238E27FC236}">
                <a16:creationId xmlns:a16="http://schemas.microsoft.com/office/drawing/2014/main" id="{F983BAB5-0548-99E0-4E11-8121FD115E90}"/>
              </a:ext>
            </a:extLst>
          </p:cNvPr>
          <p:cNvSpPr txBox="1"/>
          <p:nvPr/>
        </p:nvSpPr>
        <p:spPr>
          <a:xfrm>
            <a:off x="799690" y="1278894"/>
            <a:ext cx="10219215" cy="43088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b="1" dirty="0">
                <a:latin typeface="Times New Roman"/>
                <a:cs typeface="Segoe UI"/>
              </a:rPr>
              <a:t>RMO Cost/Benefit Analysis</a:t>
            </a:r>
            <a:r>
              <a:rPr lang="en-US" b="1" dirty="0">
                <a:latin typeface="Calibri"/>
                <a:cs typeface="Calibri"/>
              </a:rPr>
              <a:t>:</a:t>
            </a:r>
            <a:endParaRPr lang="en-US" b="1" dirty="0"/>
          </a:p>
        </p:txBody>
      </p:sp>
    </p:spTree>
    <p:extLst>
      <p:ext uri="{BB962C8B-B14F-4D97-AF65-F5344CB8AC3E}">
        <p14:creationId xmlns:p14="http://schemas.microsoft.com/office/powerpoint/2010/main" val="8128995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42CB73C-5659-BA48-F016-2CFEF4CB989C}"/>
              </a:ext>
            </a:extLst>
          </p:cNvPr>
          <p:cNvSpPr>
            <a:spLocks noGrp="1"/>
          </p:cNvSpPr>
          <p:nvPr/>
        </p:nvSpPr>
        <p:spPr>
          <a:xfrm>
            <a:off x="859" y="5177"/>
            <a:ext cx="12191774" cy="1110166"/>
          </a:xfrm>
          <a:prstGeom prst="rect">
            <a:avLst/>
          </a:prstGeom>
          <a:solidFill>
            <a:schemeClr val="accent5">
              <a:lumMod val="20000"/>
              <a:lumOff val="80000"/>
            </a:schemeClr>
          </a:solidFill>
        </p:spPr>
        <p:txBody>
          <a:bodyPr vert="horz" lIns="91440" tIns="45720" rIns="91440" bIns="45720" rtlCol="0" anchor="b">
            <a:noAutofit/>
          </a:bodyPr>
          <a:lstStyle>
            <a:lvl1pPr algn="l" defTabSz="457200" rtl="0" eaLnBrk="1" latinLnBrk="0" hangingPunct="1">
              <a:spcBef>
                <a:spcPct val="0"/>
              </a:spcBef>
              <a:buNone/>
              <a:defRPr sz="7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endParaRPr lang="en-US" sz="6000">
              <a:latin typeface="Times New Roman"/>
              <a:cs typeface="Times New Roman"/>
            </a:endParaRPr>
          </a:p>
        </p:txBody>
      </p:sp>
      <p:sp>
        <p:nvSpPr>
          <p:cNvPr id="2" name="Title 1">
            <a:extLst>
              <a:ext uri="{FF2B5EF4-FFF2-40B4-BE49-F238E27FC236}">
                <a16:creationId xmlns:a16="http://schemas.microsoft.com/office/drawing/2014/main" id="{BC83B6A6-73A8-7194-16A4-EB3A6A62C3C6}"/>
              </a:ext>
            </a:extLst>
          </p:cNvPr>
          <p:cNvSpPr>
            <a:spLocks noGrp="1"/>
          </p:cNvSpPr>
          <p:nvPr>
            <p:ph type="title"/>
          </p:nvPr>
        </p:nvSpPr>
        <p:spPr>
          <a:xfrm>
            <a:off x="2219" y="2620"/>
            <a:ext cx="10515600" cy="1325563"/>
          </a:xfrm>
        </p:spPr>
        <p:txBody>
          <a:bodyPr/>
          <a:lstStyle/>
          <a:p>
            <a:r>
              <a:rPr lang="en-US">
                <a:latin typeface="Times New Roman"/>
                <a:cs typeface="Calibri Light"/>
              </a:rPr>
              <a:t>VI. Mockup of Prototype </a:t>
            </a:r>
            <a:endParaRPr lang="en-US">
              <a:cs typeface="Calibri Light"/>
            </a:endParaRPr>
          </a:p>
        </p:txBody>
      </p:sp>
      <p:pic>
        <p:nvPicPr>
          <p:cNvPr id="3" name="Picture 3" descr="Graphical user interface, application&#10;&#10;Description automatically generated">
            <a:extLst>
              <a:ext uri="{FF2B5EF4-FFF2-40B4-BE49-F238E27FC236}">
                <a16:creationId xmlns:a16="http://schemas.microsoft.com/office/drawing/2014/main" id="{31520712-A653-F840-BD06-D5D704CC9872}"/>
              </a:ext>
            </a:extLst>
          </p:cNvPr>
          <p:cNvPicPr>
            <a:picLocks noChangeAspect="1"/>
          </p:cNvPicPr>
          <p:nvPr/>
        </p:nvPicPr>
        <p:blipFill>
          <a:blip r:embed="rId2"/>
          <a:stretch>
            <a:fillRect/>
          </a:stretch>
        </p:blipFill>
        <p:spPr>
          <a:xfrm>
            <a:off x="3627360" y="2473263"/>
            <a:ext cx="2009775" cy="4114800"/>
          </a:xfrm>
          <a:prstGeom prst="rect">
            <a:avLst/>
          </a:prstGeom>
        </p:spPr>
      </p:pic>
      <p:pic>
        <p:nvPicPr>
          <p:cNvPr id="4" name="Picture 5" descr="A picture containing text, mirror, sign, car mirror&#10;&#10;Description automatically generated">
            <a:extLst>
              <a:ext uri="{FF2B5EF4-FFF2-40B4-BE49-F238E27FC236}">
                <a16:creationId xmlns:a16="http://schemas.microsoft.com/office/drawing/2014/main" id="{CD9F35A2-692E-29EB-A3FF-ABFD031ED9DA}"/>
              </a:ext>
            </a:extLst>
          </p:cNvPr>
          <p:cNvPicPr>
            <a:picLocks noChangeAspect="1"/>
          </p:cNvPicPr>
          <p:nvPr/>
        </p:nvPicPr>
        <p:blipFill>
          <a:blip r:embed="rId3"/>
          <a:stretch>
            <a:fillRect/>
          </a:stretch>
        </p:blipFill>
        <p:spPr>
          <a:xfrm>
            <a:off x="5101886" y="1328876"/>
            <a:ext cx="2590800" cy="5267325"/>
          </a:xfrm>
          <a:prstGeom prst="rect">
            <a:avLst/>
          </a:prstGeom>
        </p:spPr>
      </p:pic>
    </p:spTree>
    <p:extLst>
      <p:ext uri="{BB962C8B-B14F-4D97-AF65-F5344CB8AC3E}">
        <p14:creationId xmlns:p14="http://schemas.microsoft.com/office/powerpoint/2010/main" val="10566608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2850D47E0D67E48AFD48DA4E8330FE5" ma:contentTypeVersion="9" ma:contentTypeDescription="Create a new document." ma:contentTypeScope="" ma:versionID="5c0f4389f405a9b60f9103deee22851e">
  <xsd:schema xmlns:xsd="http://www.w3.org/2001/XMLSchema" xmlns:xs="http://www.w3.org/2001/XMLSchema" xmlns:p="http://schemas.microsoft.com/office/2006/metadata/properties" xmlns:ns2="adb03e97-a8c8-480c-bb58-069d505fa1d6" xmlns:ns3="0e8b2ffb-a878-486d-be0b-cbd66b097784" targetNamespace="http://schemas.microsoft.com/office/2006/metadata/properties" ma:root="true" ma:fieldsID="d285ee22305b22ad591da85719797fbf" ns2:_="" ns3:_="">
    <xsd:import namespace="adb03e97-a8c8-480c-bb58-069d505fa1d6"/>
    <xsd:import namespace="0e8b2ffb-a878-486d-be0b-cbd66b097784"/>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db03e97-a8c8-480c-bb58-069d505fa1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88f7d7c5-56b2-470b-943f-11309a4ca04e"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e8b2ffb-a878-486d-be0b-cbd66b097784"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54621411-8ac6-48b7-964a-fa55bfe36153}" ma:internalName="TaxCatchAll" ma:showField="CatchAllData" ma:web="0e8b2ffb-a878-486d-be0b-cbd66b0977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0e8b2ffb-a878-486d-be0b-cbd66b097784" xsi:nil="true"/>
    <lcf76f155ced4ddcb4097134ff3c332f xmlns="adb03e97-a8c8-480c-bb58-069d505fa1d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03C2AFC-B326-4E47-89B6-C85764D35379}">
  <ds:schemaRefs>
    <ds:schemaRef ds:uri="http://schemas.microsoft.com/sharepoint/v3/contenttype/forms"/>
  </ds:schemaRefs>
</ds:datastoreItem>
</file>

<file path=customXml/itemProps2.xml><?xml version="1.0" encoding="utf-8"?>
<ds:datastoreItem xmlns:ds="http://schemas.openxmlformats.org/officeDocument/2006/customXml" ds:itemID="{4DE0C26A-EF8B-4975-93A9-743D68478FF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db03e97-a8c8-480c-bb58-069d505fa1d6"/>
    <ds:schemaRef ds:uri="0e8b2ffb-a878-486d-be0b-cbd66b0977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24D3C82-8C98-41FF-8229-5D0C03E24824}">
  <ds:schemaRefs>
    <ds:schemaRef ds:uri="0e8b2ffb-a878-486d-be0b-cbd66b097784"/>
    <ds:schemaRef ds:uri="adb03e97-a8c8-480c-bb58-069d505fa1d6"/>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Organic</Template>
  <TotalTime>1</TotalTime>
  <Words>993</Words>
  <Application>Microsoft Office PowerPoint</Application>
  <PresentationFormat>Widescreen</PresentationFormat>
  <Paragraphs>66</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Garamond</vt:lpstr>
      <vt:lpstr>Times New Roman</vt:lpstr>
      <vt:lpstr>Wingdings 3</vt:lpstr>
      <vt:lpstr>Organic</vt:lpstr>
      <vt:lpstr>PowerPoint Presentation</vt:lpstr>
      <vt:lpstr>Table of Contents</vt:lpstr>
      <vt:lpstr>I. Problem Statement and Feasibility Study </vt:lpstr>
      <vt:lpstr>II. Brief Review of Requirements Analysis and Specification </vt:lpstr>
      <vt:lpstr>II. Brief Review of Requirements Analysis and Specification </vt:lpstr>
      <vt:lpstr>III. Preliminary Design </vt:lpstr>
      <vt:lpstr>PowerPoint Presentation</vt:lpstr>
      <vt:lpstr>IV. Detailed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 Project Management </vt:lpstr>
      <vt:lpstr>V. Project Management </vt:lpstr>
      <vt:lpstr>VI. Mockup of Prototype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Quang Thuận Nguyễn</cp:lastModifiedBy>
  <cp:revision>105</cp:revision>
  <dcterms:created xsi:type="dcterms:W3CDTF">2013-07-15T20:26:40Z</dcterms:created>
  <dcterms:modified xsi:type="dcterms:W3CDTF">2025-05-02T14:08:35Z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0x01010092850D47E0D67E48AFD48DA4E8330FE5</vt:lpwstr>
  </property>
  <property fmtid="{D5CDD505-2E9C-101B-9397-08002B2CF9AE}" pid="3" name="MediaServiceImageTags">
    <vt:lpwstr/>
  </property>
</Properties>
</file>