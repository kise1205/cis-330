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4"/>
  </p:sldMasterIdLst>
  <p:sldIdLst>
    <p:sldId id="256" r:id="rId5"/>
    <p:sldId id="257" r:id="rId6"/>
    <p:sldId id="258" r:id="rId7"/>
    <p:sldId id="262" r:id="rId8"/>
    <p:sldId id="266" r:id="rId9"/>
    <p:sldId id="260" r:id="rId10"/>
    <p:sldId id="263" r:id="rId11"/>
    <p:sldId id="265" r:id="rId12"/>
    <p:sldId id="259" r:id="rId13"/>
    <p:sldId id="26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AA8EB1-732D-4C42-8758-622327AA6F49}" v="1586" dt="2022-11-19T00:52:44.834"/>
    <p1510:client id="{3EC4ECD2-FDA3-4F5B-A598-F42313BEDC74}" v="298" dt="2022-11-19T00:49:07.068"/>
    <p1510:client id="{9377A899-BDE1-4117-908D-8EA703199320}" v="32" dt="2022-11-20T23:41:09.755"/>
    <p1510:client id="{A178D7BB-C28A-4002-95B7-1E73EA12B7D5}" v="79" dt="2022-11-21T00:38:42.342"/>
    <p1510:client id="{B9338217-6C37-46AD-8C98-92A086FC0792}" v="617" dt="2022-11-21T01:46:53.330"/>
    <p1510:client id="{BC7A69ED-49EA-4C35-A72F-66EA3D06BC66}" v="390" dt="2022-11-20T02:15:40.017"/>
    <p1510:client id="{C9C8BC71-6902-4608-9992-C370E9D5F90D}" v="541" dt="2022-11-19T00:53:52.569"/>
    <p1510:client id="{D38289F6-9087-4DDF-9A34-39D08600B675}" v="412" dt="2022-11-20T23:33:08.625"/>
    <p1510:client id="{DD032BE8-E30C-4B4E-BCE6-2DB7FBA3E9A9}" v="1" dt="2022-11-18T23:53:04.426"/>
    <p1510:client id="{F537E6BC-8A2A-4B9E-9E16-B3704A8B3294}" v="1862" dt="2022-11-19T00:55:38.1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9" d="100"/>
          <a:sy n="159" d="100"/>
        </p:scale>
        <p:origin x="33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Tram Anh" userId="S::anguyen6@una.edu::bfb3b3ff-9d66-47fa-a8a1-aade41fb63d4" providerId="AD" clId="Web-{9377A899-BDE1-4117-908D-8EA703199320}"/>
    <pc:docChg chg="modSld">
      <pc:chgData name="Nguyen, Tram Anh" userId="S::anguyen6@una.edu::bfb3b3ff-9d66-47fa-a8a1-aade41fb63d4" providerId="AD" clId="Web-{9377A899-BDE1-4117-908D-8EA703199320}" dt="2022-11-20T23:41:09.755" v="22" actId="14100"/>
      <pc:docMkLst>
        <pc:docMk/>
      </pc:docMkLst>
      <pc:sldChg chg="modSp">
        <pc:chgData name="Nguyen, Tram Anh" userId="S::anguyen6@una.edu::bfb3b3ff-9d66-47fa-a8a1-aade41fb63d4" providerId="AD" clId="Web-{9377A899-BDE1-4117-908D-8EA703199320}" dt="2022-11-20T23:39:40.018" v="20" actId="1076"/>
        <pc:sldMkLst>
          <pc:docMk/>
          <pc:sldMk cId="109857222" sldId="256"/>
        </pc:sldMkLst>
        <pc:spChg chg="mod">
          <ac:chgData name="Nguyen, Tram Anh" userId="S::anguyen6@una.edu::bfb3b3ff-9d66-47fa-a8a1-aade41fb63d4" providerId="AD" clId="Web-{9377A899-BDE1-4117-908D-8EA703199320}" dt="2022-11-20T23:39:29.784" v="18" actId="20577"/>
          <ac:spMkLst>
            <pc:docMk/>
            <pc:sldMk cId="109857222" sldId="256"/>
            <ac:spMk id="2" creationId="{00000000-0000-0000-0000-000000000000}"/>
          </ac:spMkLst>
        </pc:spChg>
        <pc:spChg chg="mod">
          <ac:chgData name="Nguyen, Tram Anh" userId="S::anguyen6@una.edu::bfb3b3ff-9d66-47fa-a8a1-aade41fb63d4" providerId="AD" clId="Web-{9377A899-BDE1-4117-908D-8EA703199320}" dt="2022-11-20T23:39:03.971" v="13" actId="1076"/>
          <ac:spMkLst>
            <pc:docMk/>
            <pc:sldMk cId="109857222" sldId="256"/>
            <ac:spMk id="5" creationId="{142C9981-C59C-FAF9-8D06-CA1E9FF665E4}"/>
          </ac:spMkLst>
        </pc:spChg>
        <pc:picChg chg="mod">
          <ac:chgData name="Nguyen, Tram Anh" userId="S::anguyen6@una.edu::bfb3b3ff-9d66-47fa-a8a1-aade41fb63d4" providerId="AD" clId="Web-{9377A899-BDE1-4117-908D-8EA703199320}" dt="2022-11-20T23:39:40.018" v="20" actId="1076"/>
          <ac:picMkLst>
            <pc:docMk/>
            <pc:sldMk cId="109857222" sldId="256"/>
            <ac:picMk id="3" creationId="{55BCEDA0-CA94-E9FE-360E-81CBD9ED34CF}"/>
          </ac:picMkLst>
        </pc:picChg>
        <pc:picChg chg="mod">
          <ac:chgData name="Nguyen, Tram Anh" userId="S::anguyen6@una.edu::bfb3b3ff-9d66-47fa-a8a1-aade41fb63d4" providerId="AD" clId="Web-{9377A899-BDE1-4117-908D-8EA703199320}" dt="2022-11-20T23:39:39.971" v="19" actId="1076"/>
          <ac:picMkLst>
            <pc:docMk/>
            <pc:sldMk cId="109857222" sldId="256"/>
            <ac:picMk id="4" creationId="{A3E7EA84-E086-723E-E0A6-94494C96F58A}"/>
          </ac:picMkLst>
        </pc:picChg>
      </pc:sldChg>
      <pc:sldChg chg="modSp">
        <pc:chgData name="Nguyen, Tram Anh" userId="S::anguyen6@una.edu::bfb3b3ff-9d66-47fa-a8a1-aade41fb63d4" providerId="AD" clId="Web-{9377A899-BDE1-4117-908D-8EA703199320}" dt="2022-11-20T23:41:09.755" v="22" actId="14100"/>
        <pc:sldMkLst>
          <pc:docMk/>
          <pc:sldMk cId="2301760200" sldId="259"/>
        </pc:sldMkLst>
        <pc:picChg chg="mod">
          <ac:chgData name="Nguyen, Tram Anh" userId="S::anguyen6@una.edu::bfb3b3ff-9d66-47fa-a8a1-aade41fb63d4" providerId="AD" clId="Web-{9377A899-BDE1-4117-908D-8EA703199320}" dt="2022-11-20T23:41:09.755" v="22" actId="14100"/>
          <ac:picMkLst>
            <pc:docMk/>
            <pc:sldMk cId="2301760200" sldId="259"/>
            <ac:picMk id="7" creationId="{040F8587-7A7E-5F2A-3887-A335E2049FA7}"/>
          </ac:picMkLst>
        </pc:picChg>
        <pc:picChg chg="mod">
          <ac:chgData name="Nguyen, Tram Anh" userId="S::anguyen6@una.edu::bfb3b3ff-9d66-47fa-a8a1-aade41fb63d4" providerId="AD" clId="Web-{9377A899-BDE1-4117-908D-8EA703199320}" dt="2022-11-20T23:41:06.145" v="21" actId="14100"/>
          <ac:picMkLst>
            <pc:docMk/>
            <pc:sldMk cId="2301760200" sldId="259"/>
            <ac:picMk id="12" creationId="{6B2D18D2-F7F4-4DA9-189A-3805C9FB5FBA}"/>
          </ac:picMkLst>
        </pc:picChg>
      </pc:sldChg>
    </pc:docChg>
  </pc:docChgLst>
  <pc:docChgLst>
    <pc:chgData name="Nguyen, Tram Anh" userId="S::anguyen6@una.edu::bfb3b3ff-9d66-47fa-a8a1-aade41fb63d4" providerId="AD" clId="Web-{3EC4ECD2-FDA3-4F5B-A598-F42313BEDC74}"/>
    <pc:docChg chg="addSld modSld sldOrd">
      <pc:chgData name="Nguyen, Tram Anh" userId="S::anguyen6@una.edu::bfb3b3ff-9d66-47fa-a8a1-aade41fb63d4" providerId="AD" clId="Web-{3EC4ECD2-FDA3-4F5B-A598-F42313BEDC74}" dt="2022-11-19T00:49:07.068" v="288" actId="1076"/>
      <pc:docMkLst>
        <pc:docMk/>
      </pc:docMkLst>
      <pc:sldChg chg="new">
        <pc:chgData name="Nguyen, Tram Anh" userId="S::anguyen6@una.edu::bfb3b3ff-9d66-47fa-a8a1-aade41fb63d4" providerId="AD" clId="Web-{3EC4ECD2-FDA3-4F5B-A598-F42313BEDC74}" dt="2022-11-19T00:29:08.137" v="0"/>
        <pc:sldMkLst>
          <pc:docMk/>
          <pc:sldMk cId="3990520136" sldId="261"/>
        </pc:sldMkLst>
      </pc:sldChg>
      <pc:sldChg chg="new">
        <pc:chgData name="Nguyen, Tram Anh" userId="S::anguyen6@una.edu::bfb3b3ff-9d66-47fa-a8a1-aade41fb63d4" providerId="AD" clId="Web-{3EC4ECD2-FDA3-4F5B-A598-F42313BEDC74}" dt="2022-11-19T00:29:20.544" v="1"/>
        <pc:sldMkLst>
          <pc:docMk/>
          <pc:sldMk cId="594944256" sldId="262"/>
        </pc:sldMkLst>
      </pc:sldChg>
      <pc:sldChg chg="addSp modSp new ord">
        <pc:chgData name="Nguyen, Tram Anh" userId="S::anguyen6@una.edu::bfb3b3ff-9d66-47fa-a8a1-aade41fb63d4" providerId="AD" clId="Web-{3EC4ECD2-FDA3-4F5B-A598-F42313BEDC74}" dt="2022-11-19T00:48:14.003" v="283" actId="14100"/>
        <pc:sldMkLst>
          <pc:docMk/>
          <pc:sldMk cId="1647579820" sldId="263"/>
        </pc:sldMkLst>
        <pc:spChg chg="mod">
          <ac:chgData name="Nguyen, Tram Anh" userId="S::anguyen6@una.edu::bfb3b3ff-9d66-47fa-a8a1-aade41fb63d4" providerId="AD" clId="Web-{3EC4ECD2-FDA3-4F5B-A598-F42313BEDC74}" dt="2022-11-19T00:39:41.767" v="79" actId="1076"/>
          <ac:spMkLst>
            <pc:docMk/>
            <pc:sldMk cId="1647579820" sldId="263"/>
            <ac:spMk id="2" creationId="{FE90A429-17AB-0627-848A-B2DB0DAF95C6}"/>
          </ac:spMkLst>
        </pc:spChg>
        <pc:spChg chg="mod">
          <ac:chgData name="Nguyen, Tram Anh" userId="S::anguyen6@una.edu::bfb3b3ff-9d66-47fa-a8a1-aade41fb63d4" providerId="AD" clId="Web-{3EC4ECD2-FDA3-4F5B-A598-F42313BEDC74}" dt="2022-11-19T00:48:14.003" v="283" actId="14100"/>
          <ac:spMkLst>
            <pc:docMk/>
            <pc:sldMk cId="1647579820" sldId="263"/>
            <ac:spMk id="3" creationId="{0289AD1F-96F9-4DB8-3FDC-06E05D4F4007}"/>
          </ac:spMkLst>
        </pc:spChg>
        <pc:picChg chg="add mod">
          <ac:chgData name="Nguyen, Tram Anh" userId="S::anguyen6@una.edu::bfb3b3ff-9d66-47fa-a8a1-aade41fb63d4" providerId="AD" clId="Web-{3EC4ECD2-FDA3-4F5B-A598-F42313BEDC74}" dt="2022-11-19T00:42:42.539" v="218" actId="1076"/>
          <ac:picMkLst>
            <pc:docMk/>
            <pc:sldMk cId="1647579820" sldId="263"/>
            <ac:picMk id="4" creationId="{E9DD1EB3-F00C-BD10-B271-5FA9DD092D1B}"/>
          </ac:picMkLst>
        </pc:picChg>
        <pc:picChg chg="add mod">
          <ac:chgData name="Nguyen, Tram Anh" userId="S::anguyen6@una.edu::bfb3b3ff-9d66-47fa-a8a1-aade41fb63d4" providerId="AD" clId="Web-{3EC4ECD2-FDA3-4F5B-A598-F42313BEDC74}" dt="2022-11-19T00:42:42.555" v="219" actId="1076"/>
          <ac:picMkLst>
            <pc:docMk/>
            <pc:sldMk cId="1647579820" sldId="263"/>
            <ac:picMk id="5" creationId="{74E0E305-312E-FE9F-2EA8-B584028F13BB}"/>
          </ac:picMkLst>
        </pc:picChg>
      </pc:sldChg>
      <pc:sldChg chg="addSp delSp modSp new ord">
        <pc:chgData name="Nguyen, Tram Anh" userId="S::anguyen6@una.edu::bfb3b3ff-9d66-47fa-a8a1-aade41fb63d4" providerId="AD" clId="Web-{3EC4ECD2-FDA3-4F5B-A598-F42313BEDC74}" dt="2022-11-19T00:49:07.068" v="288" actId="1076"/>
        <pc:sldMkLst>
          <pc:docMk/>
          <pc:sldMk cId="2579929164" sldId="264"/>
        </pc:sldMkLst>
        <pc:spChg chg="mod">
          <ac:chgData name="Nguyen, Tram Anh" userId="S::anguyen6@una.edu::bfb3b3ff-9d66-47fa-a8a1-aade41fb63d4" providerId="AD" clId="Web-{3EC4ECD2-FDA3-4F5B-A598-F42313BEDC74}" dt="2022-11-19T00:46:48.266" v="274" actId="20577"/>
          <ac:spMkLst>
            <pc:docMk/>
            <pc:sldMk cId="2579929164" sldId="264"/>
            <ac:spMk id="2" creationId="{B690A2DE-9EAF-E741-2429-8E7FD09AB1A6}"/>
          </ac:spMkLst>
        </pc:spChg>
        <pc:spChg chg="del">
          <ac:chgData name="Nguyen, Tram Anh" userId="S::anguyen6@una.edu::bfb3b3ff-9d66-47fa-a8a1-aade41fb63d4" providerId="AD" clId="Web-{3EC4ECD2-FDA3-4F5B-A598-F42313BEDC74}" dt="2022-11-19T00:46:51.297" v="275"/>
          <ac:spMkLst>
            <pc:docMk/>
            <pc:sldMk cId="2579929164" sldId="264"/>
            <ac:spMk id="3" creationId="{12464CDD-4B6A-1568-CF47-6E38EDDD2F81}"/>
          </ac:spMkLst>
        </pc:spChg>
        <pc:picChg chg="add mod">
          <ac:chgData name="Nguyen, Tram Anh" userId="S::anguyen6@una.edu::bfb3b3ff-9d66-47fa-a8a1-aade41fb63d4" providerId="AD" clId="Web-{3EC4ECD2-FDA3-4F5B-A598-F42313BEDC74}" dt="2022-11-19T00:49:07.068" v="288" actId="1076"/>
          <ac:picMkLst>
            <pc:docMk/>
            <pc:sldMk cId="2579929164" sldId="264"/>
            <ac:picMk id="4" creationId="{E8DDCA2E-50CE-135D-2C0F-6E8610E15E6F}"/>
          </ac:picMkLst>
        </pc:picChg>
        <pc:picChg chg="add mod ord">
          <ac:chgData name="Nguyen, Tram Anh" userId="S::anguyen6@una.edu::bfb3b3ff-9d66-47fa-a8a1-aade41fb63d4" providerId="AD" clId="Web-{3EC4ECD2-FDA3-4F5B-A598-F42313BEDC74}" dt="2022-11-19T00:49:04.599" v="287"/>
          <ac:picMkLst>
            <pc:docMk/>
            <pc:sldMk cId="2579929164" sldId="264"/>
            <ac:picMk id="5" creationId="{145A1D85-4F42-FAD1-C7FD-42A4B8C603D6}"/>
          </ac:picMkLst>
        </pc:picChg>
      </pc:sldChg>
    </pc:docChg>
  </pc:docChgLst>
  <pc:docChgLst>
    <pc:chgData name="Strachan, Chase Aaron" userId="S::cstrachan@una.edu::74c98308-7ed2-4c16-bd38-218855b23dc7" providerId="AD" clId="Web-{DD032BE8-E30C-4B4E-BCE6-2DB7FBA3E9A9}"/>
    <pc:docChg chg="modSld addMainMaster delMainMaster">
      <pc:chgData name="Strachan, Chase Aaron" userId="S::cstrachan@una.edu::74c98308-7ed2-4c16-bd38-218855b23dc7" providerId="AD" clId="Web-{DD032BE8-E30C-4B4E-BCE6-2DB7FBA3E9A9}" dt="2022-11-18T23:53:04.426" v="0"/>
      <pc:docMkLst>
        <pc:docMk/>
      </pc:docMkLst>
      <pc:sldChg chg="modSp mod modClrScheme chgLayout">
        <pc:chgData name="Strachan, Chase Aaron" userId="S::cstrachan@una.edu::74c98308-7ed2-4c16-bd38-218855b23dc7" providerId="AD" clId="Web-{DD032BE8-E30C-4B4E-BCE6-2DB7FBA3E9A9}" dt="2022-11-18T23:53:04.426" v="0"/>
        <pc:sldMkLst>
          <pc:docMk/>
          <pc:sldMk cId="109857222" sldId="256"/>
        </pc:sldMkLst>
        <pc:spChg chg="mod ord">
          <ac:chgData name="Strachan, Chase Aaron" userId="S::cstrachan@una.edu::74c98308-7ed2-4c16-bd38-218855b23dc7" providerId="AD" clId="Web-{DD032BE8-E30C-4B4E-BCE6-2DB7FBA3E9A9}" dt="2022-11-18T23:53:04.426" v="0"/>
          <ac:spMkLst>
            <pc:docMk/>
            <pc:sldMk cId="109857222" sldId="256"/>
            <ac:spMk id="2" creationId="{00000000-0000-0000-0000-000000000000}"/>
          </ac:spMkLst>
        </pc:spChg>
        <pc:spChg chg="mod ord">
          <ac:chgData name="Strachan, Chase Aaron" userId="S::cstrachan@una.edu::74c98308-7ed2-4c16-bd38-218855b23dc7" providerId="AD" clId="Web-{DD032BE8-E30C-4B4E-BCE6-2DB7FBA3E9A9}" dt="2022-11-18T23:53:04.426" v="0"/>
          <ac:spMkLst>
            <pc:docMk/>
            <pc:sldMk cId="109857222" sldId="256"/>
            <ac:spMk id="3" creationId="{00000000-0000-0000-0000-000000000000}"/>
          </ac:spMkLst>
        </pc:spChg>
      </pc:sldChg>
      <pc:sldMasterChg chg="del delSldLayout">
        <pc:chgData name="Strachan, Chase Aaron" userId="S::cstrachan@una.edu::74c98308-7ed2-4c16-bd38-218855b23dc7" providerId="AD" clId="Web-{DD032BE8-E30C-4B4E-BCE6-2DB7FBA3E9A9}" dt="2022-11-18T23:53:04.426" v="0"/>
        <pc:sldMasterMkLst>
          <pc:docMk/>
          <pc:sldMasterMk cId="2460954070" sldId="2147483660"/>
        </pc:sldMasterMkLst>
        <pc:sldLayoutChg chg="del">
          <pc:chgData name="Strachan, Chase Aaron" userId="S::cstrachan@una.edu::74c98308-7ed2-4c16-bd38-218855b23dc7" providerId="AD" clId="Web-{DD032BE8-E30C-4B4E-BCE6-2DB7FBA3E9A9}" dt="2022-11-18T23:53:04.426" v="0"/>
          <pc:sldLayoutMkLst>
            <pc:docMk/>
            <pc:sldMasterMk cId="2460954070" sldId="2147483660"/>
            <pc:sldLayoutMk cId="2385387890" sldId="2147483661"/>
          </pc:sldLayoutMkLst>
        </pc:sldLayoutChg>
        <pc:sldLayoutChg chg="del">
          <pc:chgData name="Strachan, Chase Aaron" userId="S::cstrachan@una.edu::74c98308-7ed2-4c16-bd38-218855b23dc7" providerId="AD" clId="Web-{DD032BE8-E30C-4B4E-BCE6-2DB7FBA3E9A9}" dt="2022-11-18T23:53:04.426" v="0"/>
          <pc:sldLayoutMkLst>
            <pc:docMk/>
            <pc:sldMasterMk cId="2460954070" sldId="2147483660"/>
            <pc:sldLayoutMk cId="949138452" sldId="2147483662"/>
          </pc:sldLayoutMkLst>
        </pc:sldLayoutChg>
        <pc:sldLayoutChg chg="del">
          <pc:chgData name="Strachan, Chase Aaron" userId="S::cstrachan@una.edu::74c98308-7ed2-4c16-bd38-218855b23dc7" providerId="AD" clId="Web-{DD032BE8-E30C-4B4E-BCE6-2DB7FBA3E9A9}" dt="2022-11-18T23:53:04.426" v="0"/>
          <pc:sldLayoutMkLst>
            <pc:docMk/>
            <pc:sldMasterMk cId="2460954070" sldId="2147483660"/>
            <pc:sldLayoutMk cId="2591524520" sldId="2147483663"/>
          </pc:sldLayoutMkLst>
        </pc:sldLayoutChg>
        <pc:sldLayoutChg chg="del">
          <pc:chgData name="Strachan, Chase Aaron" userId="S::cstrachan@una.edu::74c98308-7ed2-4c16-bd38-218855b23dc7" providerId="AD" clId="Web-{DD032BE8-E30C-4B4E-BCE6-2DB7FBA3E9A9}" dt="2022-11-18T23:53:04.426" v="0"/>
          <pc:sldLayoutMkLst>
            <pc:docMk/>
            <pc:sldMasterMk cId="2460954070" sldId="2147483660"/>
            <pc:sldLayoutMk cId="1203092039" sldId="2147483664"/>
          </pc:sldLayoutMkLst>
        </pc:sldLayoutChg>
        <pc:sldLayoutChg chg="del">
          <pc:chgData name="Strachan, Chase Aaron" userId="S::cstrachan@una.edu::74c98308-7ed2-4c16-bd38-218855b23dc7" providerId="AD" clId="Web-{DD032BE8-E30C-4B4E-BCE6-2DB7FBA3E9A9}" dt="2022-11-18T23:53:04.426" v="0"/>
          <pc:sldLayoutMkLst>
            <pc:docMk/>
            <pc:sldMasterMk cId="2460954070" sldId="2147483660"/>
            <pc:sldLayoutMk cId="3733172339" sldId="2147483665"/>
          </pc:sldLayoutMkLst>
        </pc:sldLayoutChg>
        <pc:sldLayoutChg chg="del">
          <pc:chgData name="Strachan, Chase Aaron" userId="S::cstrachan@una.edu::74c98308-7ed2-4c16-bd38-218855b23dc7" providerId="AD" clId="Web-{DD032BE8-E30C-4B4E-BCE6-2DB7FBA3E9A9}" dt="2022-11-18T23:53:04.426" v="0"/>
          <pc:sldLayoutMkLst>
            <pc:docMk/>
            <pc:sldMasterMk cId="2460954070" sldId="2147483660"/>
            <pc:sldLayoutMk cId="3210312558" sldId="2147483666"/>
          </pc:sldLayoutMkLst>
        </pc:sldLayoutChg>
        <pc:sldLayoutChg chg="del">
          <pc:chgData name="Strachan, Chase Aaron" userId="S::cstrachan@una.edu::74c98308-7ed2-4c16-bd38-218855b23dc7" providerId="AD" clId="Web-{DD032BE8-E30C-4B4E-BCE6-2DB7FBA3E9A9}" dt="2022-11-18T23:53:04.426" v="0"/>
          <pc:sldLayoutMkLst>
            <pc:docMk/>
            <pc:sldMasterMk cId="2460954070" sldId="2147483660"/>
            <pc:sldLayoutMk cId="3146388984" sldId="2147483667"/>
          </pc:sldLayoutMkLst>
        </pc:sldLayoutChg>
        <pc:sldLayoutChg chg="del">
          <pc:chgData name="Strachan, Chase Aaron" userId="S::cstrachan@una.edu::74c98308-7ed2-4c16-bd38-218855b23dc7" providerId="AD" clId="Web-{DD032BE8-E30C-4B4E-BCE6-2DB7FBA3E9A9}" dt="2022-11-18T23:53:04.426" v="0"/>
          <pc:sldLayoutMkLst>
            <pc:docMk/>
            <pc:sldMasterMk cId="2460954070" sldId="2147483660"/>
            <pc:sldLayoutMk cId="3171841454" sldId="2147483668"/>
          </pc:sldLayoutMkLst>
        </pc:sldLayoutChg>
        <pc:sldLayoutChg chg="del">
          <pc:chgData name="Strachan, Chase Aaron" userId="S::cstrachan@una.edu::74c98308-7ed2-4c16-bd38-218855b23dc7" providerId="AD" clId="Web-{DD032BE8-E30C-4B4E-BCE6-2DB7FBA3E9A9}" dt="2022-11-18T23:53:04.426" v="0"/>
          <pc:sldLayoutMkLst>
            <pc:docMk/>
            <pc:sldMasterMk cId="2460954070" sldId="2147483660"/>
            <pc:sldLayoutMk cId="1718958274" sldId="2147483669"/>
          </pc:sldLayoutMkLst>
        </pc:sldLayoutChg>
        <pc:sldLayoutChg chg="del">
          <pc:chgData name="Strachan, Chase Aaron" userId="S::cstrachan@una.edu::74c98308-7ed2-4c16-bd38-218855b23dc7" providerId="AD" clId="Web-{DD032BE8-E30C-4B4E-BCE6-2DB7FBA3E9A9}" dt="2022-11-18T23:53:04.426" v="0"/>
          <pc:sldLayoutMkLst>
            <pc:docMk/>
            <pc:sldMasterMk cId="2460954070" sldId="2147483660"/>
            <pc:sldLayoutMk cId="2202905451" sldId="2147483670"/>
          </pc:sldLayoutMkLst>
        </pc:sldLayoutChg>
        <pc:sldLayoutChg chg="del">
          <pc:chgData name="Strachan, Chase Aaron" userId="S::cstrachan@una.edu::74c98308-7ed2-4c16-bd38-218855b23dc7" providerId="AD" clId="Web-{DD032BE8-E30C-4B4E-BCE6-2DB7FBA3E9A9}" dt="2022-11-18T23:53:04.426" v="0"/>
          <pc:sldLayoutMkLst>
            <pc:docMk/>
            <pc:sldMasterMk cId="2460954070" sldId="2147483660"/>
            <pc:sldLayoutMk cId="3479445657" sldId="2147483671"/>
          </pc:sldLayoutMkLst>
        </pc:sldLayoutChg>
      </pc:sldMasterChg>
      <pc:sldMasterChg chg="add addSldLayout modSldLayout">
        <pc:chgData name="Strachan, Chase Aaron" userId="S::cstrachan@una.edu::74c98308-7ed2-4c16-bd38-218855b23dc7" providerId="AD" clId="Web-{DD032BE8-E30C-4B4E-BCE6-2DB7FBA3E9A9}" dt="2022-11-18T23:53:04.426" v="0"/>
        <pc:sldMasterMkLst>
          <pc:docMk/>
          <pc:sldMasterMk cId="658737712" sldId="2147483672"/>
        </pc:sldMasterMkLst>
        <pc:sldLayoutChg chg="add mod replId">
          <pc:chgData name="Strachan, Chase Aaron" userId="S::cstrachan@una.edu::74c98308-7ed2-4c16-bd38-218855b23dc7" providerId="AD" clId="Web-{DD032BE8-E30C-4B4E-BCE6-2DB7FBA3E9A9}" dt="2022-11-18T23:53:04.426" v="0"/>
          <pc:sldLayoutMkLst>
            <pc:docMk/>
            <pc:sldMasterMk cId="658737712" sldId="2147483672"/>
            <pc:sldLayoutMk cId="3929247613" sldId="2147483673"/>
          </pc:sldLayoutMkLst>
        </pc:sldLayoutChg>
        <pc:sldLayoutChg chg="add mod replId">
          <pc:chgData name="Strachan, Chase Aaron" userId="S::cstrachan@una.edu::74c98308-7ed2-4c16-bd38-218855b23dc7" providerId="AD" clId="Web-{DD032BE8-E30C-4B4E-BCE6-2DB7FBA3E9A9}" dt="2022-11-18T23:53:04.426" v="0"/>
          <pc:sldLayoutMkLst>
            <pc:docMk/>
            <pc:sldMasterMk cId="658737712" sldId="2147483672"/>
            <pc:sldLayoutMk cId="3051700305" sldId="2147483674"/>
          </pc:sldLayoutMkLst>
        </pc:sldLayoutChg>
        <pc:sldLayoutChg chg="add mod replId">
          <pc:chgData name="Strachan, Chase Aaron" userId="S::cstrachan@una.edu::74c98308-7ed2-4c16-bd38-218855b23dc7" providerId="AD" clId="Web-{DD032BE8-E30C-4B4E-BCE6-2DB7FBA3E9A9}" dt="2022-11-18T23:53:04.426" v="0"/>
          <pc:sldLayoutMkLst>
            <pc:docMk/>
            <pc:sldMasterMk cId="658737712" sldId="2147483672"/>
            <pc:sldLayoutMk cId="3320537176" sldId="2147483675"/>
          </pc:sldLayoutMkLst>
        </pc:sldLayoutChg>
        <pc:sldLayoutChg chg="add mod replId">
          <pc:chgData name="Strachan, Chase Aaron" userId="S::cstrachan@una.edu::74c98308-7ed2-4c16-bd38-218855b23dc7" providerId="AD" clId="Web-{DD032BE8-E30C-4B4E-BCE6-2DB7FBA3E9A9}" dt="2022-11-18T23:53:04.426" v="0"/>
          <pc:sldLayoutMkLst>
            <pc:docMk/>
            <pc:sldMasterMk cId="658737712" sldId="2147483672"/>
            <pc:sldLayoutMk cId="4143139119" sldId="2147483676"/>
          </pc:sldLayoutMkLst>
        </pc:sldLayoutChg>
        <pc:sldLayoutChg chg="add mod replId">
          <pc:chgData name="Strachan, Chase Aaron" userId="S::cstrachan@una.edu::74c98308-7ed2-4c16-bd38-218855b23dc7" providerId="AD" clId="Web-{DD032BE8-E30C-4B4E-BCE6-2DB7FBA3E9A9}" dt="2022-11-18T23:53:04.426" v="0"/>
          <pc:sldLayoutMkLst>
            <pc:docMk/>
            <pc:sldMasterMk cId="658737712" sldId="2147483672"/>
            <pc:sldLayoutMk cId="3243927392" sldId="2147483677"/>
          </pc:sldLayoutMkLst>
        </pc:sldLayoutChg>
        <pc:sldLayoutChg chg="add mod replId">
          <pc:chgData name="Strachan, Chase Aaron" userId="S::cstrachan@una.edu::74c98308-7ed2-4c16-bd38-218855b23dc7" providerId="AD" clId="Web-{DD032BE8-E30C-4B4E-BCE6-2DB7FBA3E9A9}" dt="2022-11-18T23:53:04.426" v="0"/>
          <pc:sldLayoutMkLst>
            <pc:docMk/>
            <pc:sldMasterMk cId="658737712" sldId="2147483672"/>
            <pc:sldLayoutMk cId="3195620131" sldId="2147483678"/>
          </pc:sldLayoutMkLst>
        </pc:sldLayoutChg>
        <pc:sldLayoutChg chg="add mod replId">
          <pc:chgData name="Strachan, Chase Aaron" userId="S::cstrachan@una.edu::74c98308-7ed2-4c16-bd38-218855b23dc7" providerId="AD" clId="Web-{DD032BE8-E30C-4B4E-BCE6-2DB7FBA3E9A9}" dt="2022-11-18T23:53:04.426" v="0"/>
          <pc:sldLayoutMkLst>
            <pc:docMk/>
            <pc:sldMasterMk cId="658737712" sldId="2147483672"/>
            <pc:sldLayoutMk cId="2369218536" sldId="2147483679"/>
          </pc:sldLayoutMkLst>
        </pc:sldLayoutChg>
        <pc:sldLayoutChg chg="add mod replId">
          <pc:chgData name="Strachan, Chase Aaron" userId="S::cstrachan@una.edu::74c98308-7ed2-4c16-bd38-218855b23dc7" providerId="AD" clId="Web-{DD032BE8-E30C-4B4E-BCE6-2DB7FBA3E9A9}" dt="2022-11-18T23:53:04.426" v="0"/>
          <pc:sldLayoutMkLst>
            <pc:docMk/>
            <pc:sldMasterMk cId="658737712" sldId="2147483672"/>
            <pc:sldLayoutMk cId="2806144264" sldId="2147483680"/>
          </pc:sldLayoutMkLst>
        </pc:sldLayoutChg>
        <pc:sldLayoutChg chg="add mod replId">
          <pc:chgData name="Strachan, Chase Aaron" userId="S::cstrachan@una.edu::74c98308-7ed2-4c16-bd38-218855b23dc7" providerId="AD" clId="Web-{DD032BE8-E30C-4B4E-BCE6-2DB7FBA3E9A9}" dt="2022-11-18T23:53:04.426" v="0"/>
          <pc:sldLayoutMkLst>
            <pc:docMk/>
            <pc:sldMasterMk cId="658737712" sldId="2147483672"/>
            <pc:sldLayoutMk cId="1631456909" sldId="2147483681"/>
          </pc:sldLayoutMkLst>
        </pc:sldLayoutChg>
        <pc:sldLayoutChg chg="add mod replId">
          <pc:chgData name="Strachan, Chase Aaron" userId="S::cstrachan@una.edu::74c98308-7ed2-4c16-bd38-218855b23dc7" providerId="AD" clId="Web-{DD032BE8-E30C-4B4E-BCE6-2DB7FBA3E9A9}" dt="2022-11-18T23:53:04.426" v="0"/>
          <pc:sldLayoutMkLst>
            <pc:docMk/>
            <pc:sldMasterMk cId="658737712" sldId="2147483672"/>
            <pc:sldLayoutMk cId="1585801735" sldId="2147483682"/>
          </pc:sldLayoutMkLst>
        </pc:sldLayoutChg>
        <pc:sldLayoutChg chg="add mod replId">
          <pc:chgData name="Strachan, Chase Aaron" userId="S::cstrachan@una.edu::74c98308-7ed2-4c16-bd38-218855b23dc7" providerId="AD" clId="Web-{DD032BE8-E30C-4B4E-BCE6-2DB7FBA3E9A9}" dt="2022-11-18T23:53:04.426" v="0"/>
          <pc:sldLayoutMkLst>
            <pc:docMk/>
            <pc:sldMasterMk cId="658737712" sldId="2147483672"/>
            <pc:sldLayoutMk cId="2088522025" sldId="2147483683"/>
          </pc:sldLayoutMkLst>
        </pc:sldLayoutChg>
        <pc:sldLayoutChg chg="add mod replId">
          <pc:chgData name="Strachan, Chase Aaron" userId="S::cstrachan@una.edu::74c98308-7ed2-4c16-bd38-218855b23dc7" providerId="AD" clId="Web-{DD032BE8-E30C-4B4E-BCE6-2DB7FBA3E9A9}" dt="2022-11-18T23:53:04.426" v="0"/>
          <pc:sldLayoutMkLst>
            <pc:docMk/>
            <pc:sldMasterMk cId="658737712" sldId="2147483672"/>
            <pc:sldLayoutMk cId="3671740515" sldId="2147483684"/>
          </pc:sldLayoutMkLst>
        </pc:sldLayoutChg>
        <pc:sldLayoutChg chg="add mod replId">
          <pc:chgData name="Strachan, Chase Aaron" userId="S::cstrachan@una.edu::74c98308-7ed2-4c16-bd38-218855b23dc7" providerId="AD" clId="Web-{DD032BE8-E30C-4B4E-BCE6-2DB7FBA3E9A9}" dt="2022-11-18T23:53:04.426" v="0"/>
          <pc:sldLayoutMkLst>
            <pc:docMk/>
            <pc:sldMasterMk cId="658737712" sldId="2147483672"/>
            <pc:sldLayoutMk cId="2604706465" sldId="2147483685"/>
          </pc:sldLayoutMkLst>
        </pc:sldLayoutChg>
        <pc:sldLayoutChg chg="add mod replId">
          <pc:chgData name="Strachan, Chase Aaron" userId="S::cstrachan@una.edu::74c98308-7ed2-4c16-bd38-218855b23dc7" providerId="AD" clId="Web-{DD032BE8-E30C-4B4E-BCE6-2DB7FBA3E9A9}" dt="2022-11-18T23:53:04.426" v="0"/>
          <pc:sldLayoutMkLst>
            <pc:docMk/>
            <pc:sldMasterMk cId="658737712" sldId="2147483672"/>
            <pc:sldLayoutMk cId="3335276144" sldId="2147483686"/>
          </pc:sldLayoutMkLst>
        </pc:sldLayoutChg>
        <pc:sldLayoutChg chg="add mod replId">
          <pc:chgData name="Strachan, Chase Aaron" userId="S::cstrachan@una.edu::74c98308-7ed2-4c16-bd38-218855b23dc7" providerId="AD" clId="Web-{DD032BE8-E30C-4B4E-BCE6-2DB7FBA3E9A9}" dt="2022-11-18T23:53:04.426" v="0"/>
          <pc:sldLayoutMkLst>
            <pc:docMk/>
            <pc:sldMasterMk cId="658737712" sldId="2147483672"/>
            <pc:sldLayoutMk cId="3944081567" sldId="2147483687"/>
          </pc:sldLayoutMkLst>
        </pc:sldLayoutChg>
        <pc:sldLayoutChg chg="add mod replId">
          <pc:chgData name="Strachan, Chase Aaron" userId="S::cstrachan@una.edu::74c98308-7ed2-4c16-bd38-218855b23dc7" providerId="AD" clId="Web-{DD032BE8-E30C-4B4E-BCE6-2DB7FBA3E9A9}" dt="2022-11-18T23:53:04.426" v="0"/>
          <pc:sldLayoutMkLst>
            <pc:docMk/>
            <pc:sldMasterMk cId="658737712" sldId="2147483672"/>
            <pc:sldLayoutMk cId="193144632" sldId="2147483688"/>
          </pc:sldLayoutMkLst>
        </pc:sldLayoutChg>
        <pc:sldLayoutChg chg="add mod replId">
          <pc:chgData name="Strachan, Chase Aaron" userId="S::cstrachan@una.edu::74c98308-7ed2-4c16-bd38-218855b23dc7" providerId="AD" clId="Web-{DD032BE8-E30C-4B4E-BCE6-2DB7FBA3E9A9}" dt="2022-11-18T23:53:04.426" v="0"/>
          <pc:sldLayoutMkLst>
            <pc:docMk/>
            <pc:sldMasterMk cId="658737712" sldId="2147483672"/>
            <pc:sldLayoutMk cId="2459170781" sldId="2147483689"/>
          </pc:sldLayoutMkLst>
        </pc:sldLayoutChg>
      </pc:sldMasterChg>
    </pc:docChg>
  </pc:docChgLst>
  <pc:docChgLst>
    <pc:chgData name="Nguyen, Tram Anh" userId="S::anguyen6@una.edu::bfb3b3ff-9d66-47fa-a8a1-aade41fb63d4" providerId="AD" clId="Web-{D38289F6-9087-4DDF-9A34-39D08600B675}"/>
    <pc:docChg chg="delSld modSld sldOrd">
      <pc:chgData name="Nguyen, Tram Anh" userId="S::anguyen6@una.edu::bfb3b3ff-9d66-47fa-a8a1-aade41fb63d4" providerId="AD" clId="Web-{D38289F6-9087-4DDF-9A34-39D08600B675}" dt="2022-11-20T23:33:08.625" v="380" actId="1076"/>
      <pc:docMkLst>
        <pc:docMk/>
      </pc:docMkLst>
      <pc:sldChg chg="addSp modSp">
        <pc:chgData name="Nguyen, Tram Anh" userId="S::anguyen6@una.edu::bfb3b3ff-9d66-47fa-a8a1-aade41fb63d4" providerId="AD" clId="Web-{D38289F6-9087-4DDF-9A34-39D08600B675}" dt="2022-11-20T23:00:54.570" v="200" actId="20577"/>
        <pc:sldMkLst>
          <pc:docMk/>
          <pc:sldMk cId="109857222" sldId="256"/>
        </pc:sldMkLst>
        <pc:spChg chg="mod">
          <ac:chgData name="Nguyen, Tram Anh" userId="S::anguyen6@una.edu::bfb3b3ff-9d66-47fa-a8a1-aade41fb63d4" providerId="AD" clId="Web-{D38289F6-9087-4DDF-9A34-39D08600B675}" dt="2022-11-20T23:00:54.570" v="200" actId="20577"/>
          <ac:spMkLst>
            <pc:docMk/>
            <pc:sldMk cId="109857222" sldId="256"/>
            <ac:spMk id="2" creationId="{00000000-0000-0000-0000-000000000000}"/>
          </ac:spMkLst>
        </pc:spChg>
        <pc:picChg chg="add mod">
          <ac:chgData name="Nguyen, Tram Anh" userId="S::anguyen6@una.edu::bfb3b3ff-9d66-47fa-a8a1-aade41fb63d4" providerId="AD" clId="Web-{D38289F6-9087-4DDF-9A34-39D08600B675}" dt="2022-11-20T22:41:38.545" v="14" actId="1076"/>
          <ac:picMkLst>
            <pc:docMk/>
            <pc:sldMk cId="109857222" sldId="256"/>
            <ac:picMk id="3" creationId="{55BCEDA0-CA94-E9FE-360E-81CBD9ED34CF}"/>
          </ac:picMkLst>
        </pc:picChg>
        <pc:picChg chg="add mod ord">
          <ac:chgData name="Nguyen, Tram Anh" userId="S::anguyen6@una.edu::bfb3b3ff-9d66-47fa-a8a1-aade41fb63d4" providerId="AD" clId="Web-{D38289F6-9087-4DDF-9A34-39D08600B675}" dt="2022-11-20T22:41:41.654" v="15" actId="1076"/>
          <ac:picMkLst>
            <pc:docMk/>
            <pc:sldMk cId="109857222" sldId="256"/>
            <ac:picMk id="4" creationId="{A3E7EA84-E086-723E-E0A6-94494C96F58A}"/>
          </ac:picMkLst>
        </pc:picChg>
      </pc:sldChg>
      <pc:sldChg chg="addSp modSp">
        <pc:chgData name="Nguyen, Tram Anh" userId="S::anguyen6@una.edu::bfb3b3ff-9d66-47fa-a8a1-aade41fb63d4" providerId="AD" clId="Web-{D38289F6-9087-4DDF-9A34-39D08600B675}" dt="2022-11-20T23:01:48.711" v="213" actId="20577"/>
        <pc:sldMkLst>
          <pc:docMk/>
          <pc:sldMk cId="4233169139" sldId="257"/>
        </pc:sldMkLst>
        <pc:spChg chg="mod">
          <ac:chgData name="Nguyen, Tram Anh" userId="S::anguyen6@una.edu::bfb3b3ff-9d66-47fa-a8a1-aade41fb63d4" providerId="AD" clId="Web-{D38289F6-9087-4DDF-9A34-39D08600B675}" dt="2022-11-20T23:01:00.663" v="201" actId="20577"/>
          <ac:spMkLst>
            <pc:docMk/>
            <pc:sldMk cId="4233169139" sldId="257"/>
            <ac:spMk id="2" creationId="{7CA525F0-936C-5BA3-6B32-C7C83AE7995B}"/>
          </ac:spMkLst>
        </pc:spChg>
        <pc:spChg chg="mod">
          <ac:chgData name="Nguyen, Tram Anh" userId="S::anguyen6@una.edu::bfb3b3ff-9d66-47fa-a8a1-aade41fb63d4" providerId="AD" clId="Web-{D38289F6-9087-4DDF-9A34-39D08600B675}" dt="2022-11-20T23:01:48.711" v="213" actId="20577"/>
          <ac:spMkLst>
            <pc:docMk/>
            <pc:sldMk cId="4233169139" sldId="257"/>
            <ac:spMk id="4" creationId="{1BD5A9C9-4227-216D-3A39-9363AB4FE0A9}"/>
          </ac:spMkLst>
        </pc:spChg>
        <pc:spChg chg="add mod">
          <ac:chgData name="Nguyen, Tram Anh" userId="S::anguyen6@una.edu::bfb3b3ff-9d66-47fa-a8a1-aade41fb63d4" providerId="AD" clId="Web-{D38289F6-9087-4DDF-9A34-39D08600B675}" dt="2022-11-20T22:43:59.298" v="33" actId="1076"/>
          <ac:spMkLst>
            <pc:docMk/>
            <pc:sldMk cId="4233169139" sldId="257"/>
            <ac:spMk id="5" creationId="{7F3302A5-0A74-3F6D-A211-0FADF8C368F7}"/>
          </ac:spMkLst>
        </pc:spChg>
        <pc:picChg chg="mod">
          <ac:chgData name="Nguyen, Tram Anh" userId="S::anguyen6@una.edu::bfb3b3ff-9d66-47fa-a8a1-aade41fb63d4" providerId="AD" clId="Web-{D38289F6-9087-4DDF-9A34-39D08600B675}" dt="2022-11-20T22:43:59.282" v="32" actId="1076"/>
          <ac:picMkLst>
            <pc:docMk/>
            <pc:sldMk cId="4233169139" sldId="257"/>
            <ac:picMk id="3" creationId="{09CA7CA2-63EF-4DDF-2329-7DADDC560F10}"/>
          </ac:picMkLst>
        </pc:picChg>
        <pc:picChg chg="mod">
          <ac:chgData name="Nguyen, Tram Anh" userId="S::anguyen6@una.edu::bfb3b3ff-9d66-47fa-a8a1-aade41fb63d4" providerId="AD" clId="Web-{D38289F6-9087-4DDF-9A34-39D08600B675}" dt="2022-11-20T22:43:59.314" v="34" actId="1076"/>
          <ac:picMkLst>
            <pc:docMk/>
            <pc:sldMk cId="4233169139" sldId="257"/>
            <ac:picMk id="6" creationId="{743DA81A-20E4-B099-6850-1FBD99C2672D}"/>
          </ac:picMkLst>
        </pc:picChg>
        <pc:cxnChg chg="add mod">
          <ac:chgData name="Nguyen, Tram Anh" userId="S::anguyen6@una.edu::bfb3b3ff-9d66-47fa-a8a1-aade41fb63d4" providerId="AD" clId="Web-{D38289F6-9087-4DDF-9A34-39D08600B675}" dt="2022-11-20T22:43:59.314" v="35" actId="1076"/>
          <ac:cxnSpMkLst>
            <pc:docMk/>
            <pc:sldMk cId="4233169139" sldId="257"/>
            <ac:cxnSpMk id="7" creationId="{BBC9C415-B48C-2FFF-46B2-353190F360A7}"/>
          </ac:cxnSpMkLst>
        </pc:cxnChg>
      </pc:sldChg>
      <pc:sldChg chg="addSp delSp modSp">
        <pc:chgData name="Nguyen, Tram Anh" userId="S::anguyen6@una.edu::bfb3b3ff-9d66-47fa-a8a1-aade41fb63d4" providerId="AD" clId="Web-{D38289F6-9087-4DDF-9A34-39D08600B675}" dt="2022-11-20T23:01:42.164" v="211" actId="20577"/>
        <pc:sldMkLst>
          <pc:docMk/>
          <pc:sldMk cId="343823991" sldId="258"/>
        </pc:sldMkLst>
        <pc:spChg chg="add mod">
          <ac:chgData name="Nguyen, Tram Anh" userId="S::anguyen6@una.edu::bfb3b3ff-9d66-47fa-a8a1-aade41fb63d4" providerId="AD" clId="Web-{D38289F6-9087-4DDF-9A34-39D08600B675}" dt="2022-11-20T22:44:21.939" v="40" actId="1076"/>
          <ac:spMkLst>
            <pc:docMk/>
            <pc:sldMk cId="343823991" sldId="258"/>
            <ac:spMk id="3" creationId="{181D755D-C5A5-C36C-EEE5-184DD718C914}"/>
          </ac:spMkLst>
        </pc:spChg>
        <pc:spChg chg="mod">
          <ac:chgData name="Nguyen, Tram Anh" userId="S::anguyen6@una.edu::bfb3b3ff-9d66-47fa-a8a1-aade41fb63d4" providerId="AD" clId="Web-{D38289F6-9087-4DDF-9A34-39D08600B675}" dt="2022-11-20T23:01:42.164" v="211" actId="20577"/>
          <ac:spMkLst>
            <pc:docMk/>
            <pc:sldMk cId="343823991" sldId="258"/>
            <ac:spMk id="4" creationId="{D552E648-5D62-B1C1-6363-9A406B0E08BF}"/>
          </ac:spMkLst>
        </pc:spChg>
        <pc:spChg chg="mod">
          <ac:chgData name="Nguyen, Tram Anh" userId="S::anguyen6@una.edu::bfb3b3ff-9d66-47fa-a8a1-aade41fb63d4" providerId="AD" clId="Web-{D38289F6-9087-4DDF-9A34-39D08600B675}" dt="2022-11-20T23:01:16.289" v="206" actId="20577"/>
          <ac:spMkLst>
            <pc:docMk/>
            <pc:sldMk cId="343823991" sldId="258"/>
            <ac:spMk id="10" creationId="{D7D4B6B8-55B1-CEE7-4271-96F01E47E001}"/>
          </ac:spMkLst>
        </pc:spChg>
        <pc:picChg chg="mod">
          <ac:chgData name="Nguyen, Tram Anh" userId="S::anguyen6@una.edu::bfb3b3ff-9d66-47fa-a8a1-aade41fb63d4" providerId="AD" clId="Web-{D38289F6-9087-4DDF-9A34-39D08600B675}" dt="2022-11-20T22:45:05.143" v="47" actId="1076"/>
          <ac:picMkLst>
            <pc:docMk/>
            <pc:sldMk cId="343823991" sldId="258"/>
            <ac:picMk id="6" creationId="{3DC43651-B994-84EB-29C8-ADAD00D4FCA3}"/>
          </ac:picMkLst>
        </pc:picChg>
        <pc:cxnChg chg="add del mod">
          <ac:chgData name="Nguyen, Tram Anh" userId="S::anguyen6@una.edu::bfb3b3ff-9d66-47fa-a8a1-aade41fb63d4" providerId="AD" clId="Web-{D38289F6-9087-4DDF-9A34-39D08600B675}" dt="2022-11-20T22:45:20.425" v="51"/>
          <ac:cxnSpMkLst>
            <pc:docMk/>
            <pc:sldMk cId="343823991" sldId="258"/>
            <ac:cxnSpMk id="7" creationId="{42B23E28-CE7F-DD63-5B24-8397E74B2630}"/>
          </ac:cxnSpMkLst>
        </pc:cxnChg>
        <pc:cxnChg chg="add mod">
          <ac:chgData name="Nguyen, Tram Anh" userId="S::anguyen6@una.edu::bfb3b3ff-9d66-47fa-a8a1-aade41fb63d4" providerId="AD" clId="Web-{D38289F6-9087-4DDF-9A34-39D08600B675}" dt="2022-11-20T22:45:59.535" v="59" actId="14100"/>
          <ac:cxnSpMkLst>
            <pc:docMk/>
            <pc:sldMk cId="343823991" sldId="258"/>
            <ac:cxnSpMk id="8" creationId="{AE9FEFAF-032B-37FC-C415-54BB903F3179}"/>
          </ac:cxnSpMkLst>
        </pc:cxnChg>
        <pc:cxnChg chg="add mod">
          <ac:chgData name="Nguyen, Tram Anh" userId="S::anguyen6@una.edu::bfb3b3ff-9d66-47fa-a8a1-aade41fb63d4" providerId="AD" clId="Web-{D38289F6-9087-4DDF-9A34-39D08600B675}" dt="2022-11-20T22:46:18.957" v="64" actId="1076"/>
          <ac:cxnSpMkLst>
            <pc:docMk/>
            <pc:sldMk cId="343823991" sldId="258"/>
            <ac:cxnSpMk id="9" creationId="{6CCEF214-569B-37C4-4CDB-E7B62006D248}"/>
          </ac:cxnSpMkLst>
        </pc:cxnChg>
        <pc:cxnChg chg="add mod">
          <ac:chgData name="Nguyen, Tram Anh" userId="S::anguyen6@una.edu::bfb3b3ff-9d66-47fa-a8a1-aade41fb63d4" providerId="AD" clId="Web-{D38289F6-9087-4DDF-9A34-39D08600B675}" dt="2022-11-20T22:46:58.942" v="73" actId="14100"/>
          <ac:cxnSpMkLst>
            <pc:docMk/>
            <pc:sldMk cId="343823991" sldId="258"/>
            <ac:cxnSpMk id="12" creationId="{2DAD69E9-B31F-CD7A-5A43-AFB83CCB4384}"/>
          </ac:cxnSpMkLst>
        </pc:cxnChg>
      </pc:sldChg>
      <pc:sldChg chg="addSp modSp">
        <pc:chgData name="Nguyen, Tram Anh" userId="S::anguyen6@una.edu::bfb3b3ff-9d66-47fa-a8a1-aade41fb63d4" providerId="AD" clId="Web-{D38289F6-9087-4DDF-9A34-39D08600B675}" dt="2022-11-20T23:27:27.978" v="306" actId="14100"/>
        <pc:sldMkLst>
          <pc:docMk/>
          <pc:sldMk cId="2301760200" sldId="259"/>
        </pc:sldMkLst>
        <pc:spChg chg="add mod">
          <ac:chgData name="Nguyen, Tram Anh" userId="S::anguyen6@una.edu::bfb3b3ff-9d66-47fa-a8a1-aade41fb63d4" providerId="AD" clId="Web-{D38289F6-9087-4DDF-9A34-39D08600B675}" dt="2022-11-20T23:27:22.400" v="304" actId="1076"/>
          <ac:spMkLst>
            <pc:docMk/>
            <pc:sldMk cId="2301760200" sldId="259"/>
            <ac:spMk id="3" creationId="{5E6F990E-1726-5B82-5B85-1F51ED98F9C0}"/>
          </ac:spMkLst>
        </pc:spChg>
        <pc:spChg chg="mod">
          <ac:chgData name="Nguyen, Tram Anh" userId="S::anguyen6@una.edu::bfb3b3ff-9d66-47fa-a8a1-aade41fb63d4" providerId="AD" clId="Web-{D38289F6-9087-4DDF-9A34-39D08600B675}" dt="2022-11-20T23:02:43.712" v="228" actId="20577"/>
          <ac:spMkLst>
            <pc:docMk/>
            <pc:sldMk cId="2301760200" sldId="259"/>
            <ac:spMk id="6" creationId="{9A60A19B-24F4-A24A-8AA6-572233BC553D}"/>
          </ac:spMkLst>
        </pc:spChg>
        <pc:picChg chg="mod">
          <ac:chgData name="Nguyen, Tram Anh" userId="S::anguyen6@una.edu::bfb3b3ff-9d66-47fa-a8a1-aade41fb63d4" providerId="AD" clId="Web-{D38289F6-9087-4DDF-9A34-39D08600B675}" dt="2022-11-20T23:27:04.868" v="301" actId="1076"/>
          <ac:picMkLst>
            <pc:docMk/>
            <pc:sldMk cId="2301760200" sldId="259"/>
            <ac:picMk id="7" creationId="{040F8587-7A7E-5F2A-3887-A335E2049FA7}"/>
          </ac:picMkLst>
        </pc:picChg>
        <pc:cxnChg chg="add mod">
          <ac:chgData name="Nguyen, Tram Anh" userId="S::anguyen6@una.edu::bfb3b3ff-9d66-47fa-a8a1-aade41fb63d4" providerId="AD" clId="Web-{D38289F6-9087-4DDF-9A34-39D08600B675}" dt="2022-11-20T23:27:27.978" v="306" actId="14100"/>
          <ac:cxnSpMkLst>
            <pc:docMk/>
            <pc:sldMk cId="2301760200" sldId="259"/>
            <ac:cxnSpMk id="5" creationId="{E3ECBF84-C5CC-884F-2C2A-12DAD28AAA2A}"/>
          </ac:cxnSpMkLst>
        </pc:cxnChg>
      </pc:sldChg>
      <pc:sldChg chg="addSp modSp ord">
        <pc:chgData name="Nguyen, Tram Anh" userId="S::anguyen6@una.edu::bfb3b3ff-9d66-47fa-a8a1-aade41fb63d4" providerId="AD" clId="Web-{D38289F6-9087-4DDF-9A34-39D08600B675}" dt="2022-11-20T23:33:08.625" v="380" actId="1076"/>
        <pc:sldMkLst>
          <pc:docMk/>
          <pc:sldMk cId="3307118049" sldId="260"/>
        </pc:sldMkLst>
        <pc:spChg chg="add mod ord">
          <ac:chgData name="Nguyen, Tram Anh" userId="S::anguyen6@una.edu::bfb3b3ff-9d66-47fa-a8a1-aade41fb63d4" providerId="AD" clId="Web-{D38289F6-9087-4DDF-9A34-39D08600B675}" dt="2022-11-20T23:32:24.403" v="368" actId="1076"/>
          <ac:spMkLst>
            <pc:docMk/>
            <pc:sldMk cId="3307118049" sldId="260"/>
            <ac:spMk id="3" creationId="{5C57A12B-DDBC-0119-02E5-3F9DF2D49143}"/>
          </ac:spMkLst>
        </pc:spChg>
        <pc:spChg chg="mod">
          <ac:chgData name="Nguyen, Tram Anh" userId="S::anguyen6@una.edu::bfb3b3ff-9d66-47fa-a8a1-aade41fb63d4" providerId="AD" clId="Web-{D38289F6-9087-4DDF-9A34-39D08600B675}" dt="2022-11-20T23:31:33.588" v="350" actId="1076"/>
          <ac:spMkLst>
            <pc:docMk/>
            <pc:sldMk cId="3307118049" sldId="260"/>
            <ac:spMk id="4" creationId="{B98E7650-F294-8E03-E567-6397916F7765}"/>
          </ac:spMkLst>
        </pc:spChg>
        <pc:spChg chg="add mod">
          <ac:chgData name="Nguyen, Tram Anh" userId="S::anguyen6@una.edu::bfb3b3ff-9d66-47fa-a8a1-aade41fb63d4" providerId="AD" clId="Web-{D38289F6-9087-4DDF-9A34-39D08600B675}" dt="2022-11-20T23:33:08.625" v="380" actId="1076"/>
          <ac:spMkLst>
            <pc:docMk/>
            <pc:sldMk cId="3307118049" sldId="260"/>
            <ac:spMk id="10" creationId="{3AFCBA0C-4836-AC9A-7E7A-EAB28E9EEF2F}"/>
          </ac:spMkLst>
        </pc:spChg>
        <pc:picChg chg="add mod">
          <ac:chgData name="Nguyen, Tram Anh" userId="S::anguyen6@una.edu::bfb3b3ff-9d66-47fa-a8a1-aade41fb63d4" providerId="AD" clId="Web-{D38289F6-9087-4DDF-9A34-39D08600B675}" dt="2022-11-20T23:32:08.981" v="363" actId="1076"/>
          <ac:picMkLst>
            <pc:docMk/>
            <pc:sldMk cId="3307118049" sldId="260"/>
            <ac:picMk id="8" creationId="{6B648C80-DBD9-D9A0-E597-E3185B56D456}"/>
          </ac:picMkLst>
        </pc:picChg>
        <pc:picChg chg="mod">
          <ac:chgData name="Nguyen, Tram Anh" userId="S::anguyen6@una.edu::bfb3b3ff-9d66-47fa-a8a1-aade41fb63d4" providerId="AD" clId="Web-{D38289F6-9087-4DDF-9A34-39D08600B675}" dt="2022-11-20T23:32:08.934" v="361" actId="1076"/>
          <ac:picMkLst>
            <pc:docMk/>
            <pc:sldMk cId="3307118049" sldId="260"/>
            <ac:picMk id="14" creationId="{26C3C987-832B-9288-8ED7-094077CD5487}"/>
          </ac:picMkLst>
        </pc:picChg>
        <pc:picChg chg="mod">
          <ac:chgData name="Nguyen, Tram Anh" userId="S::anguyen6@una.edu::bfb3b3ff-9d66-47fa-a8a1-aade41fb63d4" providerId="AD" clId="Web-{D38289F6-9087-4DDF-9A34-39D08600B675}" dt="2022-11-20T23:32:08.949" v="362" actId="1076"/>
          <ac:picMkLst>
            <pc:docMk/>
            <pc:sldMk cId="3307118049" sldId="260"/>
            <ac:picMk id="17" creationId="{F13B2A77-5593-590B-182A-7FBEF21F5F62}"/>
          </ac:picMkLst>
        </pc:picChg>
        <pc:cxnChg chg="add mod ord">
          <ac:chgData name="Nguyen, Tram Anh" userId="S::anguyen6@una.edu::bfb3b3ff-9d66-47fa-a8a1-aade41fb63d4" providerId="AD" clId="Web-{D38289F6-9087-4DDF-9A34-39D08600B675}" dt="2022-11-20T23:32:34.248" v="370" actId="14100"/>
          <ac:cxnSpMkLst>
            <pc:docMk/>
            <pc:sldMk cId="3307118049" sldId="260"/>
            <ac:cxnSpMk id="6" creationId="{6E2E7C98-8B0F-981C-CB98-E266A1ED9EE1}"/>
          </ac:cxnSpMkLst>
        </pc:cxnChg>
        <pc:cxnChg chg="add mod">
          <ac:chgData name="Nguyen, Tram Anh" userId="S::anguyen6@una.edu::bfb3b3ff-9d66-47fa-a8a1-aade41fb63d4" providerId="AD" clId="Web-{D38289F6-9087-4DDF-9A34-39D08600B675}" dt="2022-11-20T23:32:54.233" v="375" actId="14100"/>
          <ac:cxnSpMkLst>
            <pc:docMk/>
            <pc:sldMk cId="3307118049" sldId="260"/>
            <ac:cxnSpMk id="11" creationId="{2A082725-BF6F-98B3-108E-3C11719C1EC6}"/>
          </ac:cxnSpMkLst>
        </pc:cxnChg>
      </pc:sldChg>
      <pc:sldChg chg="addSp modSp">
        <pc:chgData name="Nguyen, Tram Anh" userId="S::anguyen6@una.edu::bfb3b3ff-9d66-47fa-a8a1-aade41fb63d4" providerId="AD" clId="Web-{D38289F6-9087-4DDF-9A34-39D08600B675}" dt="2022-11-20T23:30:43.270" v="345" actId="14100"/>
        <pc:sldMkLst>
          <pc:docMk/>
          <pc:sldMk cId="3990520136" sldId="261"/>
        </pc:sldMkLst>
        <pc:spChg chg="mod">
          <ac:chgData name="Nguyen, Tram Anh" userId="S::anguyen6@una.edu::bfb3b3ff-9d66-47fa-a8a1-aade41fb63d4" providerId="AD" clId="Web-{D38289F6-9087-4DDF-9A34-39D08600B675}" dt="2022-11-20T23:27:51.870" v="310" actId="1076"/>
          <ac:spMkLst>
            <pc:docMk/>
            <pc:sldMk cId="3990520136" sldId="261"/>
            <ac:spMk id="4" creationId="{8A7BC5E1-BE2B-7FD2-E942-5F9DB0DD7E17}"/>
          </ac:spMkLst>
        </pc:spChg>
        <pc:spChg chg="add mod">
          <ac:chgData name="Nguyen, Tram Anh" userId="S::anguyen6@una.edu::bfb3b3ff-9d66-47fa-a8a1-aade41fb63d4" providerId="AD" clId="Web-{D38289F6-9087-4DDF-9A34-39D08600B675}" dt="2022-11-20T23:29:08.827" v="327" actId="1076"/>
          <ac:spMkLst>
            <pc:docMk/>
            <pc:sldMk cId="3990520136" sldId="261"/>
            <ac:spMk id="9" creationId="{0C9A2BA7-8C4B-1075-F316-D6D8321FA09F}"/>
          </ac:spMkLst>
        </pc:spChg>
        <pc:spChg chg="add mod">
          <ac:chgData name="Nguyen, Tram Anh" userId="S::anguyen6@una.edu::bfb3b3ff-9d66-47fa-a8a1-aade41fb63d4" providerId="AD" clId="Web-{D38289F6-9087-4DDF-9A34-39D08600B675}" dt="2022-11-20T23:29:16.015" v="329" actId="1076"/>
          <ac:spMkLst>
            <pc:docMk/>
            <pc:sldMk cId="3990520136" sldId="261"/>
            <ac:spMk id="11" creationId="{3C7F24F7-2999-533B-5D48-B58BA609D1B9}"/>
          </ac:spMkLst>
        </pc:spChg>
        <pc:picChg chg="add mod">
          <ac:chgData name="Nguyen, Tram Anh" userId="S::anguyen6@una.edu::bfb3b3ff-9d66-47fa-a8a1-aade41fb63d4" providerId="AD" clId="Web-{D38289F6-9087-4DDF-9A34-39D08600B675}" dt="2022-11-20T23:28:43.529" v="325" actId="1076"/>
          <ac:picMkLst>
            <pc:docMk/>
            <pc:sldMk cId="3990520136" sldId="261"/>
            <ac:picMk id="3" creationId="{D20A4AD0-A0B5-EC4A-028C-3FC9F436EC0E}"/>
          </ac:picMkLst>
        </pc:picChg>
        <pc:picChg chg="mod">
          <ac:chgData name="Nguyen, Tram Anh" userId="S::anguyen6@una.edu::bfb3b3ff-9d66-47fa-a8a1-aade41fb63d4" providerId="AD" clId="Web-{D38289F6-9087-4DDF-9A34-39D08600B675}" dt="2022-11-20T23:29:30.219" v="332" actId="1076"/>
          <ac:picMkLst>
            <pc:docMk/>
            <pc:sldMk cId="3990520136" sldId="261"/>
            <ac:picMk id="5" creationId="{5E1F557E-D6EA-091D-1694-4E3D547DA4EC}"/>
          </ac:picMkLst>
        </pc:picChg>
        <pc:picChg chg="mod">
          <ac:chgData name="Nguyen, Tram Anh" userId="S::anguyen6@una.edu::bfb3b3ff-9d66-47fa-a8a1-aade41fb63d4" providerId="AD" clId="Web-{D38289F6-9087-4DDF-9A34-39D08600B675}" dt="2022-11-20T23:29:33.422" v="333" actId="1076"/>
          <ac:picMkLst>
            <pc:docMk/>
            <pc:sldMk cId="3990520136" sldId="261"/>
            <ac:picMk id="6" creationId="{A5E3DF2E-7231-2A74-3685-BE83DC9FCF56}"/>
          </ac:picMkLst>
        </pc:picChg>
        <pc:cxnChg chg="add mod">
          <ac:chgData name="Nguyen, Tram Anh" userId="S::anguyen6@una.edu::bfb3b3ff-9d66-47fa-a8a1-aade41fb63d4" providerId="AD" clId="Web-{D38289F6-9087-4DDF-9A34-39D08600B675}" dt="2022-11-20T23:29:47.439" v="336" actId="14100"/>
          <ac:cxnSpMkLst>
            <pc:docMk/>
            <pc:sldMk cId="3990520136" sldId="261"/>
            <ac:cxnSpMk id="13" creationId="{E37707F7-BB34-80DB-5929-91DCE706CA70}"/>
          </ac:cxnSpMkLst>
        </pc:cxnChg>
        <pc:cxnChg chg="add mod">
          <ac:chgData name="Nguyen, Tram Anh" userId="S::anguyen6@una.edu::bfb3b3ff-9d66-47fa-a8a1-aade41fb63d4" providerId="AD" clId="Web-{D38289F6-9087-4DDF-9A34-39D08600B675}" dt="2022-11-20T23:30:43.270" v="345" actId="14100"/>
          <ac:cxnSpMkLst>
            <pc:docMk/>
            <pc:sldMk cId="3990520136" sldId="261"/>
            <ac:cxnSpMk id="15" creationId="{42A2F415-7029-FCA0-8397-6229F29E9307}"/>
          </ac:cxnSpMkLst>
        </pc:cxnChg>
        <pc:cxnChg chg="add mod">
          <ac:chgData name="Nguyen, Tram Anh" userId="S::anguyen6@una.edu::bfb3b3ff-9d66-47fa-a8a1-aade41fb63d4" providerId="AD" clId="Web-{D38289F6-9087-4DDF-9A34-39D08600B675}" dt="2022-11-20T23:30:29.800" v="344" actId="14100"/>
          <ac:cxnSpMkLst>
            <pc:docMk/>
            <pc:sldMk cId="3990520136" sldId="261"/>
            <ac:cxnSpMk id="17" creationId="{45F816DA-48B3-0CAD-B15C-43A86C640FE2}"/>
          </ac:cxnSpMkLst>
        </pc:cxnChg>
      </pc:sldChg>
      <pc:sldChg chg="addSp delSp modSp">
        <pc:chgData name="Nguyen, Tram Anh" userId="S::anguyen6@una.edu::bfb3b3ff-9d66-47fa-a8a1-aade41fb63d4" providerId="AD" clId="Web-{D38289F6-9087-4DDF-9A34-39D08600B675}" dt="2022-11-20T23:02:05.462" v="217" actId="14100"/>
        <pc:sldMkLst>
          <pc:docMk/>
          <pc:sldMk cId="594944256" sldId="262"/>
        </pc:sldMkLst>
        <pc:spChg chg="mod">
          <ac:chgData name="Nguyen, Tram Anh" userId="S::anguyen6@una.edu::bfb3b3ff-9d66-47fa-a8a1-aade41fb63d4" providerId="AD" clId="Web-{D38289F6-9087-4DDF-9A34-39D08600B675}" dt="2022-11-20T23:02:05.462" v="217" actId="14100"/>
          <ac:spMkLst>
            <pc:docMk/>
            <pc:sldMk cId="594944256" sldId="262"/>
            <ac:spMk id="4" creationId="{B0A5D774-7351-6FB9-D5CC-F17615D5A055}"/>
          </ac:spMkLst>
        </pc:spChg>
        <pc:spChg chg="add mod">
          <ac:chgData name="Nguyen, Tram Anh" userId="S::anguyen6@una.edu::bfb3b3ff-9d66-47fa-a8a1-aade41fb63d4" providerId="AD" clId="Web-{D38289F6-9087-4DDF-9A34-39D08600B675}" dt="2022-11-20T22:50:23.494" v="88" actId="1076"/>
          <ac:spMkLst>
            <pc:docMk/>
            <pc:sldMk cId="594944256" sldId="262"/>
            <ac:spMk id="11" creationId="{50DFC35A-6CE1-72F0-6229-AC5B988A3A52}"/>
          </ac:spMkLst>
        </pc:spChg>
        <pc:spChg chg="add del mod">
          <ac:chgData name="Nguyen, Tram Anh" userId="S::anguyen6@una.edu::bfb3b3ff-9d66-47fa-a8a1-aade41fb63d4" providerId="AD" clId="Web-{D38289F6-9087-4DDF-9A34-39D08600B675}" dt="2022-11-20T22:52:06.480" v="125" actId="1076"/>
          <ac:spMkLst>
            <pc:docMk/>
            <pc:sldMk cId="594944256" sldId="262"/>
            <ac:spMk id="18" creationId="{BD723411-CDC6-4BFE-B893-3D1EEE3E7FDE}"/>
          </ac:spMkLst>
        </pc:spChg>
        <pc:spChg chg="add mod">
          <ac:chgData name="Nguyen, Tram Anh" userId="S::anguyen6@una.edu::bfb3b3ff-9d66-47fa-a8a1-aade41fb63d4" providerId="AD" clId="Web-{D38289F6-9087-4DDF-9A34-39D08600B675}" dt="2022-11-20T22:52:46.356" v="131" actId="1076"/>
          <ac:spMkLst>
            <pc:docMk/>
            <pc:sldMk cId="594944256" sldId="262"/>
            <ac:spMk id="24" creationId="{111384BB-3C13-E016-C98E-098D2C355747}"/>
          </ac:spMkLst>
        </pc:spChg>
        <pc:picChg chg="mod">
          <ac:chgData name="Nguyen, Tram Anh" userId="S::anguyen6@una.edu::bfb3b3ff-9d66-47fa-a8a1-aade41fb63d4" providerId="AD" clId="Web-{D38289F6-9087-4DDF-9A34-39D08600B675}" dt="2022-11-20T22:52:59.169" v="134" actId="1076"/>
          <ac:picMkLst>
            <pc:docMk/>
            <pc:sldMk cId="594944256" sldId="262"/>
            <ac:picMk id="5" creationId="{A55C3B3E-AAD5-A62E-3C4F-C9786CB35D1F}"/>
          </ac:picMkLst>
        </pc:picChg>
        <pc:picChg chg="mod">
          <ac:chgData name="Nguyen, Tram Anh" userId="S::anguyen6@una.edu::bfb3b3ff-9d66-47fa-a8a1-aade41fb63d4" providerId="AD" clId="Web-{D38289F6-9087-4DDF-9A34-39D08600B675}" dt="2022-11-20T22:47:45.990" v="83" actId="1076"/>
          <ac:picMkLst>
            <pc:docMk/>
            <pc:sldMk cId="594944256" sldId="262"/>
            <ac:picMk id="6" creationId="{9E38532B-F346-FEC7-3B77-14FD8B5DF221}"/>
          </ac:picMkLst>
        </pc:picChg>
        <pc:picChg chg="mod">
          <ac:chgData name="Nguyen, Tram Anh" userId="S::anguyen6@una.edu::bfb3b3ff-9d66-47fa-a8a1-aade41fb63d4" providerId="AD" clId="Web-{D38289F6-9087-4DDF-9A34-39D08600B675}" dt="2022-11-20T22:47:43.943" v="82" actId="1076"/>
          <ac:picMkLst>
            <pc:docMk/>
            <pc:sldMk cId="594944256" sldId="262"/>
            <ac:picMk id="7" creationId="{68928B75-E32C-D866-2E69-26A7B732B20C}"/>
          </ac:picMkLst>
        </pc:picChg>
        <pc:picChg chg="mod">
          <ac:chgData name="Nguyen, Tram Anh" userId="S::anguyen6@una.edu::bfb3b3ff-9d66-47fa-a8a1-aade41fb63d4" providerId="AD" clId="Web-{D38289F6-9087-4DDF-9A34-39D08600B675}" dt="2022-11-20T22:52:49.294" v="133" actId="1076"/>
          <ac:picMkLst>
            <pc:docMk/>
            <pc:sldMk cId="594944256" sldId="262"/>
            <ac:picMk id="8" creationId="{DD5A7961-52F8-5DDE-9F23-F0861E196A5E}"/>
          </ac:picMkLst>
        </pc:picChg>
        <pc:cxnChg chg="add del">
          <ac:chgData name="Nguyen, Tram Anh" userId="S::anguyen6@una.edu::bfb3b3ff-9d66-47fa-a8a1-aade41fb63d4" providerId="AD" clId="Web-{D38289F6-9087-4DDF-9A34-39D08600B675}" dt="2022-11-20T22:47:15.162" v="75"/>
          <ac:cxnSpMkLst>
            <pc:docMk/>
            <pc:sldMk cId="594944256" sldId="262"/>
            <ac:cxnSpMk id="3" creationId="{E730400B-0DFE-5AA6-2F1B-F14911089CE0}"/>
          </ac:cxnSpMkLst>
        </pc:cxnChg>
        <pc:cxnChg chg="add mod">
          <ac:chgData name="Nguyen, Tram Anh" userId="S::anguyen6@una.edu::bfb3b3ff-9d66-47fa-a8a1-aade41fb63d4" providerId="AD" clId="Web-{D38289F6-9087-4DDF-9A34-39D08600B675}" dt="2022-11-20T22:50:56.947" v="98" actId="1076"/>
          <ac:cxnSpMkLst>
            <pc:docMk/>
            <pc:sldMk cId="594944256" sldId="262"/>
            <ac:cxnSpMk id="13" creationId="{C2DAEA70-8A55-2DE3-9B65-3C43728E89EA}"/>
          </ac:cxnSpMkLst>
        </pc:cxnChg>
        <pc:cxnChg chg="add mod">
          <ac:chgData name="Nguyen, Tram Anh" userId="S::anguyen6@una.edu::bfb3b3ff-9d66-47fa-a8a1-aade41fb63d4" providerId="AD" clId="Web-{D38289F6-9087-4DDF-9A34-39D08600B675}" dt="2022-11-20T22:50:56.947" v="96" actId="1076"/>
          <ac:cxnSpMkLst>
            <pc:docMk/>
            <pc:sldMk cId="594944256" sldId="262"/>
            <ac:cxnSpMk id="15" creationId="{E28E62FF-FB70-FE46-0509-3A2C74D67926}"/>
          </ac:cxnSpMkLst>
        </pc:cxnChg>
        <pc:cxnChg chg="add mod">
          <ac:chgData name="Nguyen, Tram Anh" userId="S::anguyen6@una.edu::bfb3b3ff-9d66-47fa-a8a1-aade41fb63d4" providerId="AD" clId="Web-{D38289F6-9087-4DDF-9A34-39D08600B675}" dt="2022-11-20T22:51:30.683" v="105" actId="14100"/>
          <ac:cxnSpMkLst>
            <pc:docMk/>
            <pc:sldMk cId="594944256" sldId="262"/>
            <ac:cxnSpMk id="17" creationId="{317F2DA8-69F1-DD17-90E7-53FC78067315}"/>
          </ac:cxnSpMkLst>
        </pc:cxnChg>
        <pc:cxnChg chg="add del mod">
          <ac:chgData name="Nguyen, Tram Anh" userId="S::anguyen6@una.edu::bfb3b3ff-9d66-47fa-a8a1-aade41fb63d4" providerId="AD" clId="Web-{D38289F6-9087-4DDF-9A34-39D08600B675}" dt="2022-11-20T22:51:59.636" v="124"/>
          <ac:cxnSpMkLst>
            <pc:docMk/>
            <pc:sldMk cId="594944256" sldId="262"/>
            <ac:cxnSpMk id="19" creationId="{7A03290B-34CD-2F3E-CDF1-29C6AADD23CF}"/>
          </ac:cxnSpMkLst>
        </pc:cxnChg>
        <pc:cxnChg chg="add del mod">
          <ac:chgData name="Nguyen, Tram Anh" userId="S::anguyen6@una.edu::bfb3b3ff-9d66-47fa-a8a1-aade41fb63d4" providerId="AD" clId="Web-{D38289F6-9087-4DDF-9A34-39D08600B675}" dt="2022-11-20T22:51:56.777" v="122"/>
          <ac:cxnSpMkLst>
            <pc:docMk/>
            <pc:sldMk cId="594944256" sldId="262"/>
            <ac:cxnSpMk id="20" creationId="{D74F2157-E769-E203-68B0-813BF08BFA2B}"/>
          </ac:cxnSpMkLst>
        </pc:cxnChg>
        <pc:cxnChg chg="add del mod">
          <ac:chgData name="Nguyen, Tram Anh" userId="S::anguyen6@una.edu::bfb3b3ff-9d66-47fa-a8a1-aade41fb63d4" providerId="AD" clId="Web-{D38289F6-9087-4DDF-9A34-39D08600B675}" dt="2022-11-20T22:51:58.433" v="123"/>
          <ac:cxnSpMkLst>
            <pc:docMk/>
            <pc:sldMk cId="594944256" sldId="262"/>
            <ac:cxnSpMk id="21" creationId="{CABA4937-0D85-2298-DDC2-4C01A1F6C326}"/>
          </ac:cxnSpMkLst>
        </pc:cxnChg>
        <pc:cxnChg chg="add mod">
          <ac:chgData name="Nguyen, Tram Anh" userId="S::anguyen6@una.edu::bfb3b3ff-9d66-47fa-a8a1-aade41fb63d4" providerId="AD" clId="Web-{D38289F6-9087-4DDF-9A34-39D08600B675}" dt="2022-11-20T22:52:30.449" v="128" actId="14100"/>
          <ac:cxnSpMkLst>
            <pc:docMk/>
            <pc:sldMk cId="594944256" sldId="262"/>
            <ac:cxnSpMk id="23" creationId="{53A3CA29-94CC-DD5E-515E-95884E2A39C4}"/>
          </ac:cxnSpMkLst>
        </pc:cxnChg>
        <pc:cxnChg chg="add mod">
          <ac:chgData name="Nguyen, Tram Anh" userId="S::anguyen6@una.edu::bfb3b3ff-9d66-47fa-a8a1-aade41fb63d4" providerId="AD" clId="Web-{D38289F6-9087-4DDF-9A34-39D08600B675}" dt="2022-11-20T22:52:46.356" v="132" actId="1076"/>
          <ac:cxnSpMkLst>
            <pc:docMk/>
            <pc:sldMk cId="594944256" sldId="262"/>
            <ac:cxnSpMk id="25" creationId="{9046732D-4DB3-C3CD-DD0C-0CEFA2535718}"/>
          </ac:cxnSpMkLst>
        </pc:cxnChg>
      </pc:sldChg>
      <pc:sldChg chg="addSp delSp modSp ord">
        <pc:chgData name="Nguyen, Tram Anh" userId="S::anguyen6@una.edu::bfb3b3ff-9d66-47fa-a8a1-aade41fb63d4" providerId="AD" clId="Web-{D38289F6-9087-4DDF-9A34-39D08600B675}" dt="2022-11-20T23:26:55.852" v="300" actId="14100"/>
        <pc:sldMkLst>
          <pc:docMk/>
          <pc:sldMk cId="1647579820" sldId="263"/>
        </pc:sldMkLst>
        <pc:spChg chg="mod">
          <ac:chgData name="Nguyen, Tram Anh" userId="S::anguyen6@una.edu::bfb3b3ff-9d66-47fa-a8a1-aade41fb63d4" providerId="AD" clId="Web-{D38289F6-9087-4DDF-9A34-39D08600B675}" dt="2022-11-20T23:26:02.567" v="287" actId="14100"/>
          <ac:spMkLst>
            <pc:docMk/>
            <pc:sldMk cId="1647579820" sldId="263"/>
            <ac:spMk id="3" creationId="{0289AD1F-96F9-4DB8-3FDC-06E05D4F4007}"/>
          </ac:spMkLst>
        </pc:spChg>
        <pc:spChg chg="add mod">
          <ac:chgData name="Nguyen, Tram Anh" userId="S::anguyen6@una.edu::bfb3b3ff-9d66-47fa-a8a1-aade41fb63d4" providerId="AD" clId="Web-{D38289F6-9087-4DDF-9A34-39D08600B675}" dt="2022-11-20T23:26:14.506" v="290" actId="1076"/>
          <ac:spMkLst>
            <pc:docMk/>
            <pc:sldMk cId="1647579820" sldId="263"/>
            <ac:spMk id="4" creationId="{E0161F52-0997-5C77-D9D0-1580AC60E5FA}"/>
          </ac:spMkLst>
        </pc:spChg>
        <pc:picChg chg="del mod">
          <ac:chgData name="Nguyen, Tram Anh" userId="S::anguyen6@una.edu::bfb3b3ff-9d66-47fa-a8a1-aade41fb63d4" providerId="AD" clId="Web-{D38289F6-9087-4DDF-9A34-39D08600B675}" dt="2022-11-20T23:26:49.570" v="297"/>
          <ac:picMkLst>
            <pc:docMk/>
            <pc:sldMk cId="1647579820" sldId="263"/>
            <ac:picMk id="5" creationId="{74E0E305-312E-FE9F-2EA8-B584028F13BB}"/>
          </ac:picMkLst>
        </pc:picChg>
        <pc:picChg chg="mod">
          <ac:chgData name="Nguyen, Tram Anh" userId="S::anguyen6@una.edu::bfb3b3ff-9d66-47fa-a8a1-aade41fb63d4" providerId="AD" clId="Web-{D38289F6-9087-4DDF-9A34-39D08600B675}" dt="2022-11-20T23:25:57.473" v="285" actId="1076"/>
          <ac:picMkLst>
            <pc:docMk/>
            <pc:sldMk cId="1647579820" sldId="263"/>
            <ac:picMk id="7" creationId="{2BC353C3-DB47-42B6-4DA2-819F367644D4}"/>
          </ac:picMkLst>
        </pc:picChg>
        <pc:picChg chg="add mod">
          <ac:chgData name="Nguyen, Tram Anh" userId="S::anguyen6@una.edu::bfb3b3ff-9d66-47fa-a8a1-aade41fb63d4" providerId="AD" clId="Web-{D38289F6-9087-4DDF-9A34-39D08600B675}" dt="2022-11-20T23:26:55.852" v="300" actId="14100"/>
          <ac:picMkLst>
            <pc:docMk/>
            <pc:sldMk cId="1647579820" sldId="263"/>
            <ac:picMk id="10" creationId="{7E047375-CA68-EC77-B784-C24B985713B9}"/>
          </ac:picMkLst>
        </pc:picChg>
        <pc:cxnChg chg="add mod">
          <ac:chgData name="Nguyen, Tram Anh" userId="S::anguyen6@una.edu::bfb3b3ff-9d66-47fa-a8a1-aade41fb63d4" providerId="AD" clId="Web-{D38289F6-9087-4DDF-9A34-39D08600B675}" dt="2022-11-20T23:26:25.537" v="294" actId="14100"/>
          <ac:cxnSpMkLst>
            <pc:docMk/>
            <pc:sldMk cId="1647579820" sldId="263"/>
            <ac:cxnSpMk id="8" creationId="{07CC35C4-8D07-802B-4D02-FAF65B1E548B}"/>
          </ac:cxnSpMkLst>
        </pc:cxnChg>
      </pc:sldChg>
      <pc:sldChg chg="delSp del">
        <pc:chgData name="Nguyen, Tram Anh" userId="S::anguyen6@una.edu::bfb3b3ff-9d66-47fa-a8a1-aade41fb63d4" providerId="AD" clId="Web-{D38289F6-9087-4DDF-9A34-39D08600B675}" dt="2022-11-20T23:02:55.619" v="232"/>
        <pc:sldMkLst>
          <pc:docMk/>
          <pc:sldMk cId="2579929164" sldId="264"/>
        </pc:sldMkLst>
        <pc:picChg chg="del">
          <ac:chgData name="Nguyen, Tram Anh" userId="S::anguyen6@una.edu::bfb3b3ff-9d66-47fa-a8a1-aade41fb63d4" providerId="AD" clId="Web-{D38289F6-9087-4DDF-9A34-39D08600B675}" dt="2022-11-20T22:40:52.575" v="3"/>
          <ac:picMkLst>
            <pc:docMk/>
            <pc:sldMk cId="2579929164" sldId="264"/>
            <ac:picMk id="4" creationId="{E8DDCA2E-50CE-135D-2C0F-6E8610E15E6F}"/>
          </ac:picMkLst>
        </pc:picChg>
        <pc:picChg chg="del">
          <ac:chgData name="Nguyen, Tram Anh" userId="S::anguyen6@una.edu::bfb3b3ff-9d66-47fa-a8a1-aade41fb63d4" providerId="AD" clId="Web-{D38289F6-9087-4DDF-9A34-39D08600B675}" dt="2022-11-20T22:40:52.575" v="4"/>
          <ac:picMkLst>
            <pc:docMk/>
            <pc:sldMk cId="2579929164" sldId="264"/>
            <ac:picMk id="5" creationId="{145A1D85-4F42-FAD1-C7FD-42A4B8C603D6}"/>
          </ac:picMkLst>
        </pc:picChg>
      </pc:sldChg>
      <pc:sldChg chg="addSp modSp">
        <pc:chgData name="Nguyen, Tram Anh" userId="S::anguyen6@una.edu::bfb3b3ff-9d66-47fa-a8a1-aade41fb63d4" providerId="AD" clId="Web-{D38289F6-9087-4DDF-9A34-39D08600B675}" dt="2022-11-20T23:25:11.627" v="273" actId="14100"/>
        <pc:sldMkLst>
          <pc:docMk/>
          <pc:sldMk cId="2505828059" sldId="265"/>
        </pc:sldMkLst>
        <pc:spChg chg="add mod">
          <ac:chgData name="Nguyen, Tram Anh" userId="S::anguyen6@una.edu::bfb3b3ff-9d66-47fa-a8a1-aade41fb63d4" providerId="AD" clId="Web-{D38289F6-9087-4DDF-9A34-39D08600B675}" dt="2022-11-20T23:22:24.368" v="246" actId="14100"/>
          <ac:spMkLst>
            <pc:docMk/>
            <pc:sldMk cId="2505828059" sldId="265"/>
            <ac:spMk id="3" creationId="{675D35A3-D35F-AF4D-1D70-52685CB6A1D6}"/>
          </ac:spMkLst>
        </pc:spChg>
        <pc:spChg chg="add mod">
          <ac:chgData name="Nguyen, Tram Anh" userId="S::anguyen6@una.edu::bfb3b3ff-9d66-47fa-a8a1-aade41fb63d4" providerId="AD" clId="Web-{D38289F6-9087-4DDF-9A34-39D08600B675}" dt="2022-11-20T23:23:28.387" v="255" actId="1076"/>
          <ac:spMkLst>
            <pc:docMk/>
            <pc:sldMk cId="2505828059" sldId="265"/>
            <ac:spMk id="4" creationId="{75ABB2F4-7F77-9608-5003-2A0B3801C287}"/>
          </ac:spMkLst>
        </pc:spChg>
        <pc:spChg chg="add mod">
          <ac:chgData name="Nguyen, Tram Anh" userId="S::anguyen6@una.edu::bfb3b3ff-9d66-47fa-a8a1-aade41fb63d4" providerId="AD" clId="Web-{D38289F6-9087-4DDF-9A34-39D08600B675}" dt="2022-11-20T23:24:02.327" v="259" actId="1076"/>
          <ac:spMkLst>
            <pc:docMk/>
            <pc:sldMk cId="2505828059" sldId="265"/>
            <ac:spMk id="8" creationId="{3C2B03D4-F87F-D7EE-BB2E-A30E1B766BCB}"/>
          </ac:spMkLst>
        </pc:spChg>
        <pc:picChg chg="mod">
          <ac:chgData name="Nguyen, Tram Anh" userId="S::anguyen6@una.edu::bfb3b3ff-9d66-47fa-a8a1-aade41fb63d4" providerId="AD" clId="Web-{D38289F6-9087-4DDF-9A34-39D08600B675}" dt="2022-11-20T23:22:14.774" v="242" actId="1076"/>
          <ac:picMkLst>
            <pc:docMk/>
            <pc:sldMk cId="2505828059" sldId="265"/>
            <ac:picMk id="7" creationId="{BF88D370-6E1F-DCF7-F52B-048877B84867}"/>
          </ac:picMkLst>
        </pc:picChg>
        <pc:picChg chg="mod">
          <ac:chgData name="Nguyen, Tram Anh" userId="S::anguyen6@una.edu::bfb3b3ff-9d66-47fa-a8a1-aade41fb63d4" providerId="AD" clId="Web-{D38289F6-9087-4DDF-9A34-39D08600B675}" dt="2022-11-20T23:22:14.821" v="244" actId="1076"/>
          <ac:picMkLst>
            <pc:docMk/>
            <pc:sldMk cId="2505828059" sldId="265"/>
            <ac:picMk id="9" creationId="{F2AA111D-E5EB-6341-FF56-2C9877124B1D}"/>
          </ac:picMkLst>
        </pc:picChg>
        <pc:picChg chg="mod">
          <ac:chgData name="Nguyen, Tram Anh" userId="S::anguyen6@una.edu::bfb3b3ff-9d66-47fa-a8a1-aade41fb63d4" providerId="AD" clId="Web-{D38289F6-9087-4DDF-9A34-39D08600B675}" dt="2022-11-20T23:22:14.805" v="243" actId="1076"/>
          <ac:picMkLst>
            <pc:docMk/>
            <pc:sldMk cId="2505828059" sldId="265"/>
            <ac:picMk id="14" creationId="{FD522CED-1731-501C-AB9C-97F794E3B38D}"/>
          </ac:picMkLst>
        </pc:picChg>
        <pc:cxnChg chg="add mod">
          <ac:chgData name="Nguyen, Tram Anh" userId="S::anguyen6@una.edu::bfb3b3ff-9d66-47fa-a8a1-aade41fb63d4" providerId="AD" clId="Web-{D38289F6-9087-4DDF-9A34-39D08600B675}" dt="2022-11-20T23:25:11.627" v="273" actId="14100"/>
          <ac:cxnSpMkLst>
            <pc:docMk/>
            <pc:sldMk cId="2505828059" sldId="265"/>
            <ac:cxnSpMk id="6" creationId="{4B26336E-F9C2-417F-37F9-8E084FE7B4C1}"/>
          </ac:cxnSpMkLst>
        </pc:cxnChg>
        <pc:cxnChg chg="add mod">
          <ac:chgData name="Nguyen, Tram Anh" userId="S::anguyen6@una.edu::bfb3b3ff-9d66-47fa-a8a1-aade41fb63d4" providerId="AD" clId="Web-{D38289F6-9087-4DDF-9A34-39D08600B675}" dt="2022-11-20T23:24:35.875" v="270" actId="14100"/>
          <ac:cxnSpMkLst>
            <pc:docMk/>
            <pc:sldMk cId="2505828059" sldId="265"/>
            <ac:cxnSpMk id="11" creationId="{A9D4D20A-1986-19C6-2487-5D51C2B6C36A}"/>
          </ac:cxnSpMkLst>
        </pc:cxnChg>
        <pc:cxnChg chg="add mod">
          <ac:chgData name="Nguyen, Tram Anh" userId="S::anguyen6@una.edu::bfb3b3ff-9d66-47fa-a8a1-aade41fb63d4" providerId="AD" clId="Web-{D38289F6-9087-4DDF-9A34-39D08600B675}" dt="2022-11-20T23:24:46.220" v="272" actId="1076"/>
          <ac:cxnSpMkLst>
            <pc:docMk/>
            <pc:sldMk cId="2505828059" sldId="265"/>
            <ac:cxnSpMk id="15" creationId="{ED5445BC-0A0E-6945-2592-35672280A45E}"/>
          </ac:cxnSpMkLst>
        </pc:cxnChg>
        <pc:cxnChg chg="add mod">
          <ac:chgData name="Nguyen, Tram Anh" userId="S::anguyen6@una.edu::bfb3b3ff-9d66-47fa-a8a1-aade41fb63d4" providerId="AD" clId="Web-{D38289F6-9087-4DDF-9A34-39D08600B675}" dt="2022-11-20T23:24:21.968" v="267" actId="1076"/>
          <ac:cxnSpMkLst>
            <pc:docMk/>
            <pc:sldMk cId="2505828059" sldId="265"/>
            <ac:cxnSpMk id="17" creationId="{DD5E0BC1-A48C-FE4E-6B66-42195A7CE11E}"/>
          </ac:cxnSpMkLst>
        </pc:cxnChg>
      </pc:sldChg>
      <pc:sldChg chg="addSp modSp">
        <pc:chgData name="Nguyen, Tram Anh" userId="S::anguyen6@una.edu::bfb3b3ff-9d66-47fa-a8a1-aade41fb63d4" providerId="AD" clId="Web-{D38289F6-9087-4DDF-9A34-39D08600B675}" dt="2022-11-20T23:22:46.432" v="249" actId="1076"/>
        <pc:sldMkLst>
          <pc:docMk/>
          <pc:sldMk cId="1754998160" sldId="266"/>
        </pc:sldMkLst>
        <pc:spChg chg="add mod">
          <ac:chgData name="Nguyen, Tram Anh" userId="S::anguyen6@una.edu::bfb3b3ff-9d66-47fa-a8a1-aade41fb63d4" providerId="AD" clId="Web-{D38289F6-9087-4DDF-9A34-39D08600B675}" dt="2022-11-20T22:56:03.501" v="176" actId="1076"/>
          <ac:spMkLst>
            <pc:docMk/>
            <pc:sldMk cId="1754998160" sldId="266"/>
            <ac:spMk id="3" creationId="{22070C18-46E5-818C-08C6-FB9E26CAE0CC}"/>
          </ac:spMkLst>
        </pc:spChg>
        <pc:spChg chg="mod">
          <ac:chgData name="Nguyen, Tram Anh" userId="S::anguyen6@una.edu::bfb3b3ff-9d66-47fa-a8a1-aade41fb63d4" providerId="AD" clId="Web-{D38289F6-9087-4DDF-9A34-39D08600B675}" dt="2022-11-20T23:02:23.087" v="221" actId="1076"/>
          <ac:spMkLst>
            <pc:docMk/>
            <pc:sldMk cId="1754998160" sldId="266"/>
            <ac:spMk id="4" creationId="{8A7BC5E1-BE2B-7FD2-E942-5F9DB0DD7E17}"/>
          </ac:spMkLst>
        </pc:spChg>
        <pc:spChg chg="add mod">
          <ac:chgData name="Nguyen, Tram Anh" userId="S::anguyen6@una.edu::bfb3b3ff-9d66-47fa-a8a1-aade41fb63d4" providerId="AD" clId="Web-{D38289F6-9087-4DDF-9A34-39D08600B675}" dt="2022-11-20T22:56:20.204" v="183" actId="1076"/>
          <ac:spMkLst>
            <pc:docMk/>
            <pc:sldMk cId="1754998160" sldId="266"/>
            <ac:spMk id="18" creationId="{D580181A-9BDF-4D19-C929-9DEF263566AD}"/>
          </ac:spMkLst>
        </pc:spChg>
        <pc:picChg chg="mod">
          <ac:chgData name="Nguyen, Tram Anh" userId="S::anguyen6@una.edu::bfb3b3ff-9d66-47fa-a8a1-aade41fb63d4" providerId="AD" clId="Web-{D38289F6-9087-4DDF-9A34-39D08600B675}" dt="2022-11-20T22:55:56.829" v="172" actId="1076"/>
          <ac:picMkLst>
            <pc:docMk/>
            <pc:sldMk cId="1754998160" sldId="266"/>
            <ac:picMk id="8" creationId="{78161BFF-6DE4-AB8E-8D62-44F550CF5B6B}"/>
          </ac:picMkLst>
        </pc:picChg>
        <pc:picChg chg="mod">
          <ac:chgData name="Nguyen, Tram Anh" userId="S::anguyen6@una.edu::bfb3b3ff-9d66-47fa-a8a1-aade41fb63d4" providerId="AD" clId="Web-{D38289F6-9087-4DDF-9A34-39D08600B675}" dt="2022-11-20T22:55:56.844" v="173" actId="1076"/>
          <ac:picMkLst>
            <pc:docMk/>
            <pc:sldMk cId="1754998160" sldId="266"/>
            <ac:picMk id="9" creationId="{60A4C264-AD66-4C05-54A6-DE503FB9547D}"/>
          </ac:picMkLst>
        </pc:picChg>
        <pc:picChg chg="mod">
          <ac:chgData name="Nguyen, Tram Anh" userId="S::anguyen6@una.edu::bfb3b3ff-9d66-47fa-a8a1-aade41fb63d4" providerId="AD" clId="Web-{D38289F6-9087-4DDF-9A34-39D08600B675}" dt="2022-11-20T22:55:56.876" v="175" actId="1076"/>
          <ac:picMkLst>
            <pc:docMk/>
            <pc:sldMk cId="1754998160" sldId="266"/>
            <ac:picMk id="10" creationId="{EBCAD327-C8CB-6456-207B-E74CAC7587FB}"/>
          </ac:picMkLst>
        </pc:picChg>
        <pc:picChg chg="add mod">
          <ac:chgData name="Nguyen, Tram Anh" userId="S::anguyen6@una.edu::bfb3b3ff-9d66-47fa-a8a1-aade41fb63d4" providerId="AD" clId="Web-{D38289F6-9087-4DDF-9A34-39D08600B675}" dt="2022-11-20T22:55:56.860" v="174" actId="1076"/>
          <ac:picMkLst>
            <pc:docMk/>
            <pc:sldMk cId="1754998160" sldId="266"/>
            <ac:picMk id="16" creationId="{54811D55-40D5-9769-8C19-70317AB4EF67}"/>
          </ac:picMkLst>
        </pc:picChg>
        <pc:cxnChg chg="add mod">
          <ac:chgData name="Nguyen, Tram Anh" userId="S::anguyen6@una.edu::bfb3b3ff-9d66-47fa-a8a1-aade41fb63d4" providerId="AD" clId="Web-{D38289F6-9087-4DDF-9A34-39D08600B675}" dt="2022-11-20T23:22:46.432" v="247" actId="1076"/>
          <ac:cxnSpMkLst>
            <pc:docMk/>
            <pc:sldMk cId="1754998160" sldId="266"/>
            <ac:cxnSpMk id="6" creationId="{5F7E1250-F0CD-FF89-23A8-F6AA34008CA2}"/>
          </ac:cxnSpMkLst>
        </pc:cxnChg>
        <pc:cxnChg chg="add mod">
          <ac:chgData name="Nguyen, Tram Anh" userId="S::anguyen6@una.edu::bfb3b3ff-9d66-47fa-a8a1-aade41fb63d4" providerId="AD" clId="Web-{D38289F6-9087-4DDF-9A34-39D08600B675}" dt="2022-11-20T23:22:46.432" v="248" actId="1076"/>
          <ac:cxnSpMkLst>
            <pc:docMk/>
            <pc:sldMk cId="1754998160" sldId="266"/>
            <ac:cxnSpMk id="12" creationId="{88CDCEA5-E6D8-1371-3372-C9E0E8858B43}"/>
          </ac:cxnSpMkLst>
        </pc:cxnChg>
        <pc:cxnChg chg="add mod">
          <ac:chgData name="Nguyen, Tram Anh" userId="S::anguyen6@una.edu::bfb3b3ff-9d66-47fa-a8a1-aade41fb63d4" providerId="AD" clId="Web-{D38289F6-9087-4DDF-9A34-39D08600B675}" dt="2022-11-20T23:22:46.432" v="249" actId="1076"/>
          <ac:cxnSpMkLst>
            <pc:docMk/>
            <pc:sldMk cId="1754998160" sldId="266"/>
            <ac:cxnSpMk id="14" creationId="{230DEEA2-A866-7E9E-63E0-EA2B5327D96D}"/>
          </ac:cxnSpMkLst>
        </pc:cxnChg>
        <pc:cxnChg chg="add mod">
          <ac:chgData name="Nguyen, Tram Anh" userId="S::anguyen6@una.edu::bfb3b3ff-9d66-47fa-a8a1-aade41fb63d4" providerId="AD" clId="Web-{D38289F6-9087-4DDF-9A34-39D08600B675}" dt="2022-11-20T22:56:20.204" v="184" actId="1076"/>
          <ac:cxnSpMkLst>
            <pc:docMk/>
            <pc:sldMk cId="1754998160" sldId="266"/>
            <ac:cxnSpMk id="20" creationId="{76FCD54F-7E7E-2689-BDCB-5869FC2B3D08}"/>
          </ac:cxnSpMkLst>
        </pc:cxnChg>
      </pc:sldChg>
    </pc:docChg>
  </pc:docChgLst>
  <pc:docChgLst>
    <pc:chgData name="Rodgers, Dalton Tucker" userId="S::drodgers@una.edu::f308f2d1-e498-46e3-9904-83f819e4da14" providerId="AD" clId="Web-{1EAA8EB1-732D-4C42-8758-622327AA6F49}"/>
    <pc:docChg chg="modSld">
      <pc:chgData name="Rodgers, Dalton Tucker" userId="S::drodgers@una.edu::f308f2d1-e498-46e3-9904-83f819e4da14" providerId="AD" clId="Web-{1EAA8EB1-732D-4C42-8758-622327AA6F49}" dt="2022-11-19T00:52:44.834" v="879" actId="1076"/>
      <pc:docMkLst>
        <pc:docMk/>
      </pc:docMkLst>
      <pc:sldChg chg="modSp">
        <pc:chgData name="Rodgers, Dalton Tucker" userId="S::drodgers@una.edu::f308f2d1-e498-46e3-9904-83f819e4da14" providerId="AD" clId="Web-{1EAA8EB1-732D-4C42-8758-622327AA6F49}" dt="2022-11-19T00:02:36.268" v="12" actId="20577"/>
        <pc:sldMkLst>
          <pc:docMk/>
          <pc:sldMk cId="109857222" sldId="256"/>
        </pc:sldMkLst>
        <pc:spChg chg="mod">
          <ac:chgData name="Rodgers, Dalton Tucker" userId="S::drodgers@una.edu::f308f2d1-e498-46e3-9904-83f819e4da14" providerId="AD" clId="Web-{1EAA8EB1-732D-4C42-8758-622327AA6F49}" dt="2022-11-19T00:02:36.268" v="12" actId="20577"/>
          <ac:spMkLst>
            <pc:docMk/>
            <pc:sldMk cId="109857222" sldId="256"/>
            <ac:spMk id="2" creationId="{00000000-0000-0000-0000-000000000000}"/>
          </ac:spMkLst>
        </pc:spChg>
      </pc:sldChg>
      <pc:sldChg chg="addSp delSp modSp">
        <pc:chgData name="Rodgers, Dalton Tucker" userId="S::drodgers@una.edu::f308f2d1-e498-46e3-9904-83f819e4da14" providerId="AD" clId="Web-{1EAA8EB1-732D-4C42-8758-622327AA6F49}" dt="2022-11-19T00:15:23.585" v="34" actId="14100"/>
        <pc:sldMkLst>
          <pc:docMk/>
          <pc:sldMk cId="4233169139" sldId="257"/>
        </pc:sldMkLst>
        <pc:spChg chg="del">
          <ac:chgData name="Rodgers, Dalton Tucker" userId="S::drodgers@una.edu::f308f2d1-e498-46e3-9904-83f819e4da14" providerId="AD" clId="Web-{1EAA8EB1-732D-4C42-8758-622327AA6F49}" dt="2022-11-19T00:14:25.693" v="26"/>
          <ac:spMkLst>
            <pc:docMk/>
            <pc:sldMk cId="4233169139" sldId="257"/>
            <ac:spMk id="3" creationId="{23C4E3D3-29C8-E0B4-587D-6AC08CFA0E78}"/>
          </ac:spMkLst>
        </pc:spChg>
        <pc:picChg chg="add mod ord">
          <ac:chgData name="Rodgers, Dalton Tucker" userId="S::drodgers@una.edu::f308f2d1-e498-46e3-9904-83f819e4da14" providerId="AD" clId="Web-{1EAA8EB1-732D-4C42-8758-622327AA6F49}" dt="2022-11-19T00:14:44.288" v="28" actId="1076"/>
          <ac:picMkLst>
            <pc:docMk/>
            <pc:sldMk cId="4233169139" sldId="257"/>
            <ac:picMk id="5" creationId="{6C8396F8-640A-DE1E-0A3D-4D1EB8C83E45}"/>
          </ac:picMkLst>
        </pc:picChg>
        <pc:picChg chg="add mod">
          <ac:chgData name="Rodgers, Dalton Tucker" userId="S::drodgers@una.edu::f308f2d1-e498-46e3-9904-83f819e4da14" providerId="AD" clId="Web-{1EAA8EB1-732D-4C42-8758-622327AA6F49}" dt="2022-11-19T00:15:23.585" v="34" actId="14100"/>
          <ac:picMkLst>
            <pc:docMk/>
            <pc:sldMk cId="4233169139" sldId="257"/>
            <ac:picMk id="6" creationId="{743DA81A-20E4-B099-6850-1FBD99C2672D}"/>
          </ac:picMkLst>
        </pc:picChg>
      </pc:sldChg>
      <pc:sldChg chg="addSp delSp modSp">
        <pc:chgData name="Rodgers, Dalton Tucker" userId="S::drodgers@una.edu::f308f2d1-e498-46e3-9904-83f819e4da14" providerId="AD" clId="Web-{1EAA8EB1-732D-4C42-8758-622327AA6F49}" dt="2022-11-19T00:28:50.295" v="341" actId="20577"/>
        <pc:sldMkLst>
          <pc:docMk/>
          <pc:sldMk cId="343823991" sldId="258"/>
        </pc:sldMkLst>
        <pc:spChg chg="mod">
          <ac:chgData name="Rodgers, Dalton Tucker" userId="S::drodgers@una.edu::f308f2d1-e498-46e3-9904-83f819e4da14" providerId="AD" clId="Web-{1EAA8EB1-732D-4C42-8758-622327AA6F49}" dt="2022-11-19T00:12:33.518" v="25" actId="20577"/>
          <ac:spMkLst>
            <pc:docMk/>
            <pc:sldMk cId="343823991" sldId="258"/>
            <ac:spMk id="2" creationId="{E9D52E8F-FC4F-AFDF-3B30-4D935ED534A9}"/>
          </ac:spMkLst>
        </pc:spChg>
        <pc:spChg chg="del mod">
          <ac:chgData name="Rodgers, Dalton Tucker" userId="S::drodgers@una.edu::f308f2d1-e498-46e3-9904-83f819e4da14" providerId="AD" clId="Web-{1EAA8EB1-732D-4C42-8758-622327AA6F49}" dt="2022-11-19T00:19:48.624" v="40"/>
          <ac:spMkLst>
            <pc:docMk/>
            <pc:sldMk cId="343823991" sldId="258"/>
            <ac:spMk id="3" creationId="{5A61E20B-82B7-6311-9144-096EA5BD3EDE}"/>
          </ac:spMkLst>
        </pc:spChg>
        <pc:spChg chg="add mod">
          <ac:chgData name="Rodgers, Dalton Tucker" userId="S::drodgers@una.edu::f308f2d1-e498-46e3-9904-83f819e4da14" providerId="AD" clId="Web-{1EAA8EB1-732D-4C42-8758-622327AA6F49}" dt="2022-11-19T00:28:50.295" v="341" actId="20577"/>
          <ac:spMkLst>
            <pc:docMk/>
            <pc:sldMk cId="343823991" sldId="258"/>
            <ac:spMk id="4" creationId="{D552E648-5D62-B1C1-6363-9A406B0E08BF}"/>
          </ac:spMkLst>
        </pc:spChg>
        <pc:picChg chg="add mod ord">
          <ac:chgData name="Rodgers, Dalton Tucker" userId="S::drodgers@una.edu::f308f2d1-e498-46e3-9904-83f819e4da14" providerId="AD" clId="Web-{1EAA8EB1-732D-4C42-8758-622327AA6F49}" dt="2022-11-19T00:21:34.502" v="52" actId="1076"/>
          <ac:picMkLst>
            <pc:docMk/>
            <pc:sldMk cId="343823991" sldId="258"/>
            <ac:picMk id="5" creationId="{88C74B1D-A422-0158-4AFF-1C74FB3ABE32}"/>
          </ac:picMkLst>
        </pc:picChg>
        <pc:picChg chg="add mod">
          <ac:chgData name="Rodgers, Dalton Tucker" userId="S::drodgers@una.edu::f308f2d1-e498-46e3-9904-83f819e4da14" providerId="AD" clId="Web-{1EAA8EB1-732D-4C42-8758-622327AA6F49}" dt="2022-11-19T00:21:45.799" v="56" actId="14100"/>
          <ac:picMkLst>
            <pc:docMk/>
            <pc:sldMk cId="343823991" sldId="258"/>
            <ac:picMk id="6" creationId="{3DC43651-B994-84EB-29C8-ADAD00D4FCA3}"/>
          </ac:picMkLst>
        </pc:picChg>
      </pc:sldChg>
      <pc:sldChg chg="modSp">
        <pc:chgData name="Rodgers, Dalton Tucker" userId="S::drodgers@una.edu::f308f2d1-e498-46e3-9904-83f819e4da14" providerId="AD" clId="Web-{1EAA8EB1-732D-4C42-8758-622327AA6F49}" dt="2022-11-19T00:52:44.834" v="879" actId="1076"/>
        <pc:sldMkLst>
          <pc:docMk/>
          <pc:sldMk cId="2301760200" sldId="259"/>
        </pc:sldMkLst>
        <pc:spChg chg="mod">
          <ac:chgData name="Rodgers, Dalton Tucker" userId="S::drodgers@una.edu::f308f2d1-e498-46e3-9904-83f819e4da14" providerId="AD" clId="Web-{1EAA8EB1-732D-4C42-8758-622327AA6F49}" dt="2022-11-19T00:29:00.076" v="343" actId="20577"/>
          <ac:spMkLst>
            <pc:docMk/>
            <pc:sldMk cId="2301760200" sldId="259"/>
            <ac:spMk id="6" creationId="{9A60A19B-24F4-A24A-8AA6-572233BC553D}"/>
          </ac:spMkLst>
        </pc:spChg>
        <pc:picChg chg="mod">
          <ac:chgData name="Rodgers, Dalton Tucker" userId="S::drodgers@una.edu::f308f2d1-e498-46e3-9904-83f819e4da14" providerId="AD" clId="Web-{1EAA8EB1-732D-4C42-8758-622327AA6F49}" dt="2022-11-19T00:52:41.224" v="878" actId="1076"/>
          <ac:picMkLst>
            <pc:docMk/>
            <pc:sldMk cId="2301760200" sldId="259"/>
            <ac:picMk id="4" creationId="{39C94F5F-7811-0565-0CCD-AED1F43C4353}"/>
          </ac:picMkLst>
        </pc:picChg>
        <pc:picChg chg="mod">
          <ac:chgData name="Rodgers, Dalton Tucker" userId="S::drodgers@una.edu::f308f2d1-e498-46e3-9904-83f819e4da14" providerId="AD" clId="Web-{1EAA8EB1-732D-4C42-8758-622327AA6F49}" dt="2022-11-19T00:31:13.330" v="347" actId="1076"/>
          <ac:picMkLst>
            <pc:docMk/>
            <pc:sldMk cId="2301760200" sldId="259"/>
            <ac:picMk id="5" creationId="{34A09491-5252-5CC7-51A3-678D60D1166F}"/>
          </ac:picMkLst>
        </pc:picChg>
        <pc:picChg chg="mod">
          <ac:chgData name="Rodgers, Dalton Tucker" userId="S::drodgers@una.edu::f308f2d1-e498-46e3-9904-83f819e4da14" providerId="AD" clId="Web-{1EAA8EB1-732D-4C42-8758-622327AA6F49}" dt="2022-11-19T00:52:44.834" v="879" actId="1076"/>
          <ac:picMkLst>
            <pc:docMk/>
            <pc:sldMk cId="2301760200" sldId="259"/>
            <ac:picMk id="7" creationId="{040F8587-7A7E-5F2A-3887-A335E2049FA7}"/>
          </ac:picMkLst>
        </pc:picChg>
      </pc:sldChg>
      <pc:sldChg chg="addSp delSp modSp">
        <pc:chgData name="Rodgers, Dalton Tucker" userId="S::drodgers@una.edu::f308f2d1-e498-46e3-9904-83f819e4da14" providerId="AD" clId="Web-{1EAA8EB1-732D-4C42-8758-622327AA6F49}" dt="2022-11-19T00:44:26.773" v="875" actId="1076"/>
        <pc:sldMkLst>
          <pc:docMk/>
          <pc:sldMk cId="594944256" sldId="262"/>
        </pc:sldMkLst>
        <pc:spChg chg="mod">
          <ac:chgData name="Rodgers, Dalton Tucker" userId="S::drodgers@una.edu::f308f2d1-e498-46e3-9904-83f819e4da14" providerId="AD" clId="Web-{1EAA8EB1-732D-4C42-8758-622327AA6F49}" dt="2022-11-19T00:34:10.538" v="391" actId="20577"/>
          <ac:spMkLst>
            <pc:docMk/>
            <pc:sldMk cId="594944256" sldId="262"/>
            <ac:spMk id="2" creationId="{7A730172-9CD0-D2FB-8796-2E5925970DEA}"/>
          </ac:spMkLst>
        </pc:spChg>
        <pc:spChg chg="del mod">
          <ac:chgData name="Rodgers, Dalton Tucker" userId="S::drodgers@una.edu::f308f2d1-e498-46e3-9904-83f819e4da14" providerId="AD" clId="Web-{1EAA8EB1-732D-4C42-8758-622327AA6F49}" dt="2022-11-19T00:35:51.837" v="394"/>
          <ac:spMkLst>
            <pc:docMk/>
            <pc:sldMk cId="594944256" sldId="262"/>
            <ac:spMk id="3" creationId="{C057FFAD-F339-368B-4B9B-105FE301B847}"/>
          </ac:spMkLst>
        </pc:spChg>
        <pc:spChg chg="add mod">
          <ac:chgData name="Rodgers, Dalton Tucker" userId="S::drodgers@una.edu::f308f2d1-e498-46e3-9904-83f819e4da14" providerId="AD" clId="Web-{1EAA8EB1-732D-4C42-8758-622327AA6F49}" dt="2022-11-19T00:44:07.820" v="870" actId="14100"/>
          <ac:spMkLst>
            <pc:docMk/>
            <pc:sldMk cId="594944256" sldId="262"/>
            <ac:spMk id="4" creationId="{B0A5D774-7351-6FB9-D5CC-F17615D5A055}"/>
          </ac:spMkLst>
        </pc:spChg>
        <pc:picChg chg="add mod ord">
          <ac:chgData name="Rodgers, Dalton Tucker" userId="S::drodgers@una.edu::f308f2d1-e498-46e3-9904-83f819e4da14" providerId="AD" clId="Web-{1EAA8EB1-732D-4C42-8758-622327AA6F49}" dt="2022-11-19T00:39:02.874" v="415" actId="14100"/>
          <ac:picMkLst>
            <pc:docMk/>
            <pc:sldMk cId="594944256" sldId="262"/>
            <ac:picMk id="5" creationId="{A55C3B3E-AAD5-A62E-3C4F-C9786CB35D1F}"/>
          </ac:picMkLst>
        </pc:picChg>
        <pc:picChg chg="add mod">
          <ac:chgData name="Rodgers, Dalton Tucker" userId="S::drodgers@una.edu::f308f2d1-e498-46e3-9904-83f819e4da14" providerId="AD" clId="Web-{1EAA8EB1-732D-4C42-8758-622327AA6F49}" dt="2022-11-19T00:44:24.570" v="874" actId="1076"/>
          <ac:picMkLst>
            <pc:docMk/>
            <pc:sldMk cId="594944256" sldId="262"/>
            <ac:picMk id="6" creationId="{9E38532B-F346-FEC7-3B77-14FD8B5DF221}"/>
          </ac:picMkLst>
        </pc:picChg>
        <pc:picChg chg="add mod">
          <ac:chgData name="Rodgers, Dalton Tucker" userId="S::drodgers@una.edu::f308f2d1-e498-46e3-9904-83f819e4da14" providerId="AD" clId="Web-{1EAA8EB1-732D-4C42-8758-622327AA6F49}" dt="2022-11-19T00:44:21.492" v="873" actId="1076"/>
          <ac:picMkLst>
            <pc:docMk/>
            <pc:sldMk cId="594944256" sldId="262"/>
            <ac:picMk id="7" creationId="{68928B75-E32C-D866-2E69-26A7B732B20C}"/>
          </ac:picMkLst>
        </pc:picChg>
        <pc:picChg chg="add mod">
          <ac:chgData name="Rodgers, Dalton Tucker" userId="S::drodgers@una.edu::f308f2d1-e498-46e3-9904-83f819e4da14" providerId="AD" clId="Web-{1EAA8EB1-732D-4C42-8758-622327AA6F49}" dt="2022-11-19T00:44:26.773" v="875" actId="1076"/>
          <ac:picMkLst>
            <pc:docMk/>
            <pc:sldMk cId="594944256" sldId="262"/>
            <ac:picMk id="8" creationId="{DD5A7961-52F8-5DDE-9F23-F0861E196A5E}"/>
          </ac:picMkLst>
        </pc:picChg>
      </pc:sldChg>
    </pc:docChg>
  </pc:docChgLst>
  <pc:docChgLst>
    <pc:chgData name="Nguyen, Tram Anh" userId="S::anguyen6@una.edu::bfb3b3ff-9d66-47fa-a8a1-aade41fb63d4" providerId="AD" clId="Web-{BC7A69ED-49EA-4C35-A72F-66EA3D06BC66}"/>
    <pc:docChg chg="addSld delSld modSld sldOrd addMainMaster delMainMaster">
      <pc:chgData name="Nguyen, Tram Anh" userId="S::anguyen6@una.edu::bfb3b3ff-9d66-47fa-a8a1-aade41fb63d4" providerId="AD" clId="Web-{BC7A69ED-49EA-4C35-A72F-66EA3D06BC66}" dt="2022-11-20T02:15:40.017" v="360" actId="1076"/>
      <pc:docMkLst>
        <pc:docMk/>
      </pc:docMkLst>
      <pc:sldChg chg="modSp mod modClrScheme chgLayout">
        <pc:chgData name="Nguyen, Tram Anh" userId="S::anguyen6@una.edu::bfb3b3ff-9d66-47fa-a8a1-aade41fb63d4" providerId="AD" clId="Web-{BC7A69ED-49EA-4C35-A72F-66EA3D06BC66}" dt="2022-11-20T01:43:44.137" v="36"/>
        <pc:sldMkLst>
          <pc:docMk/>
          <pc:sldMk cId="109857222" sldId="256"/>
        </pc:sldMkLst>
        <pc:spChg chg="mod ord">
          <ac:chgData name="Nguyen, Tram Anh" userId="S::anguyen6@una.edu::bfb3b3ff-9d66-47fa-a8a1-aade41fb63d4" providerId="AD" clId="Web-{BC7A69ED-49EA-4C35-A72F-66EA3D06BC66}" dt="2022-11-20T01:43:44.137" v="36"/>
          <ac:spMkLst>
            <pc:docMk/>
            <pc:sldMk cId="109857222" sldId="256"/>
            <ac:spMk id="2" creationId="{00000000-0000-0000-0000-000000000000}"/>
          </ac:spMkLst>
        </pc:spChg>
      </pc:sldChg>
      <pc:sldChg chg="addSp delSp modSp mod modClrScheme chgLayout">
        <pc:chgData name="Nguyen, Tram Anh" userId="S::anguyen6@una.edu::bfb3b3ff-9d66-47fa-a8a1-aade41fb63d4" providerId="AD" clId="Web-{BC7A69ED-49EA-4C35-A72F-66EA3D06BC66}" dt="2022-11-20T02:06:17.387" v="345" actId="1076"/>
        <pc:sldMkLst>
          <pc:docMk/>
          <pc:sldMk cId="4233169139" sldId="257"/>
        </pc:sldMkLst>
        <pc:spChg chg="mod ord">
          <ac:chgData name="Nguyen, Tram Anh" userId="S::anguyen6@una.edu::bfb3b3ff-9d66-47fa-a8a1-aade41fb63d4" providerId="AD" clId="Web-{BC7A69ED-49EA-4C35-A72F-66EA3D06BC66}" dt="2022-11-20T01:48:47.460" v="92" actId="1076"/>
          <ac:spMkLst>
            <pc:docMk/>
            <pc:sldMk cId="4233169139" sldId="257"/>
            <ac:spMk id="2" creationId="{7CA525F0-936C-5BA3-6B32-C7C83AE7995B}"/>
          </ac:spMkLst>
        </pc:spChg>
        <pc:spChg chg="mod">
          <ac:chgData name="Nguyen, Tram Anh" userId="S::anguyen6@una.edu::bfb3b3ff-9d66-47fa-a8a1-aade41fb63d4" providerId="AD" clId="Web-{BC7A69ED-49EA-4C35-A72F-66EA3D06BC66}" dt="2022-11-20T02:06:17.387" v="345" actId="1076"/>
          <ac:spMkLst>
            <pc:docMk/>
            <pc:sldMk cId="4233169139" sldId="257"/>
            <ac:spMk id="4" creationId="{1BD5A9C9-4227-216D-3A39-9363AB4FE0A9}"/>
          </ac:spMkLst>
        </pc:spChg>
        <pc:spChg chg="add del mod">
          <ac:chgData name="Nguyen, Tram Anh" userId="S::anguyen6@una.edu::bfb3b3ff-9d66-47fa-a8a1-aade41fb63d4" providerId="AD" clId="Web-{BC7A69ED-49EA-4C35-A72F-66EA3D06BC66}" dt="2022-11-20T01:42:21.082" v="26"/>
          <ac:spMkLst>
            <pc:docMk/>
            <pc:sldMk cId="4233169139" sldId="257"/>
            <ac:spMk id="8" creationId="{B6684E69-D01F-A9A7-D99B-503CC253D480}"/>
          </ac:spMkLst>
        </pc:spChg>
        <pc:picChg chg="add mod">
          <ac:chgData name="Nguyen, Tram Anh" userId="S::anguyen6@una.edu::bfb3b3ff-9d66-47fa-a8a1-aade41fb63d4" providerId="AD" clId="Web-{BC7A69ED-49EA-4C35-A72F-66EA3D06BC66}" dt="2022-11-20T02:06:15.261" v="344" actId="1076"/>
          <ac:picMkLst>
            <pc:docMk/>
            <pc:sldMk cId="4233169139" sldId="257"/>
            <ac:picMk id="3" creationId="{09CA7CA2-63EF-4DDF-2329-7DADDC560F10}"/>
          </ac:picMkLst>
        </pc:picChg>
        <pc:picChg chg="del">
          <ac:chgData name="Nguyen, Tram Anh" userId="S::anguyen6@una.edu::bfb3b3ff-9d66-47fa-a8a1-aade41fb63d4" providerId="AD" clId="Web-{BC7A69ED-49EA-4C35-A72F-66EA3D06BC66}" dt="2022-11-20T01:42:13.425" v="25"/>
          <ac:picMkLst>
            <pc:docMk/>
            <pc:sldMk cId="4233169139" sldId="257"/>
            <ac:picMk id="5" creationId="{6C8396F8-640A-DE1E-0A3D-4D1EB8C83E45}"/>
          </ac:picMkLst>
        </pc:picChg>
        <pc:picChg chg="mod">
          <ac:chgData name="Nguyen, Tram Anh" userId="S::anguyen6@una.edu::bfb3b3ff-9d66-47fa-a8a1-aade41fb63d4" providerId="AD" clId="Web-{BC7A69ED-49EA-4C35-A72F-66EA3D06BC66}" dt="2022-11-20T02:06:15.245" v="343" actId="1076"/>
          <ac:picMkLst>
            <pc:docMk/>
            <pc:sldMk cId="4233169139" sldId="257"/>
            <ac:picMk id="6" creationId="{743DA81A-20E4-B099-6850-1FBD99C2672D}"/>
          </ac:picMkLst>
        </pc:picChg>
      </pc:sldChg>
      <pc:sldChg chg="addSp delSp modSp mod modClrScheme chgLayout">
        <pc:chgData name="Nguyen, Tram Anh" userId="S::anguyen6@una.edu::bfb3b3ff-9d66-47fa-a8a1-aade41fb63d4" providerId="AD" clId="Web-{BC7A69ED-49EA-4C35-A72F-66EA3D06BC66}" dt="2022-11-20T02:06:24.058" v="347" actId="1076"/>
        <pc:sldMkLst>
          <pc:docMk/>
          <pc:sldMk cId="343823991" sldId="258"/>
        </pc:sldMkLst>
        <pc:spChg chg="del mod ord">
          <ac:chgData name="Nguyen, Tram Anh" userId="S::anguyen6@una.edu::bfb3b3ff-9d66-47fa-a8a1-aade41fb63d4" providerId="AD" clId="Web-{BC7A69ED-49EA-4C35-A72F-66EA3D06BC66}" dt="2022-11-20T01:49:01.132" v="93"/>
          <ac:spMkLst>
            <pc:docMk/>
            <pc:sldMk cId="343823991" sldId="258"/>
            <ac:spMk id="2" creationId="{E9D52E8F-FC4F-AFDF-3B30-4D935ED534A9}"/>
          </ac:spMkLst>
        </pc:spChg>
        <pc:spChg chg="mod">
          <ac:chgData name="Nguyen, Tram Anh" userId="S::anguyen6@una.edu::bfb3b3ff-9d66-47fa-a8a1-aade41fb63d4" providerId="AD" clId="Web-{BC7A69ED-49EA-4C35-A72F-66EA3D06BC66}" dt="2022-11-20T02:06:24.058" v="347" actId="1076"/>
          <ac:spMkLst>
            <pc:docMk/>
            <pc:sldMk cId="343823991" sldId="258"/>
            <ac:spMk id="4" creationId="{D552E648-5D62-B1C1-6363-9A406B0E08BF}"/>
          </ac:spMkLst>
        </pc:spChg>
        <pc:spChg chg="add del mod">
          <ac:chgData name="Nguyen, Tram Anh" userId="S::anguyen6@una.edu::bfb3b3ff-9d66-47fa-a8a1-aade41fb63d4" providerId="AD" clId="Web-{BC7A69ED-49EA-4C35-A72F-66EA3D06BC66}" dt="2022-11-20T01:49:04.023" v="95"/>
          <ac:spMkLst>
            <pc:docMk/>
            <pc:sldMk cId="343823991" sldId="258"/>
            <ac:spMk id="8" creationId="{EE4F4035-AA1B-AE67-9576-5C504FC8AF9B}"/>
          </ac:spMkLst>
        </pc:spChg>
        <pc:spChg chg="add mod">
          <ac:chgData name="Nguyen, Tram Anh" userId="S::anguyen6@una.edu::bfb3b3ff-9d66-47fa-a8a1-aade41fb63d4" providerId="AD" clId="Web-{BC7A69ED-49EA-4C35-A72F-66EA3D06BC66}" dt="2022-11-20T01:49:09.914" v="104" actId="20577"/>
          <ac:spMkLst>
            <pc:docMk/>
            <pc:sldMk cId="343823991" sldId="258"/>
            <ac:spMk id="10" creationId="{D7D4B6B8-55B1-CEE7-4271-96F01E47E001}"/>
          </ac:spMkLst>
        </pc:spChg>
        <pc:picChg chg="add del mod">
          <ac:chgData name="Nguyen, Tram Anh" userId="S::anguyen6@una.edu::bfb3b3ff-9d66-47fa-a8a1-aade41fb63d4" providerId="AD" clId="Web-{BC7A69ED-49EA-4C35-A72F-66EA3D06BC66}" dt="2022-11-20T01:45:12.843" v="56"/>
          <ac:picMkLst>
            <pc:docMk/>
            <pc:sldMk cId="343823991" sldId="258"/>
            <ac:picMk id="3" creationId="{29D4A5CC-7A15-0B02-9CFF-624FCEF5AA83}"/>
          </ac:picMkLst>
        </pc:picChg>
        <pc:picChg chg="mod ord">
          <ac:chgData name="Nguyen, Tram Anh" userId="S::anguyen6@una.edu::bfb3b3ff-9d66-47fa-a8a1-aade41fb63d4" providerId="AD" clId="Web-{BC7A69ED-49EA-4C35-A72F-66EA3D06BC66}" dt="2022-11-20T01:45:44.016" v="64" actId="1076"/>
          <ac:picMkLst>
            <pc:docMk/>
            <pc:sldMk cId="343823991" sldId="258"/>
            <ac:picMk id="5" creationId="{88C74B1D-A422-0158-4AFF-1C74FB3ABE32}"/>
          </ac:picMkLst>
        </pc:picChg>
        <pc:picChg chg="mod">
          <ac:chgData name="Nguyen, Tram Anh" userId="S::anguyen6@una.edu::bfb3b3ff-9d66-47fa-a8a1-aade41fb63d4" providerId="AD" clId="Web-{BC7A69ED-49EA-4C35-A72F-66EA3D06BC66}" dt="2022-11-20T01:45:43.985" v="63" actId="1076"/>
          <ac:picMkLst>
            <pc:docMk/>
            <pc:sldMk cId="343823991" sldId="258"/>
            <ac:picMk id="6" creationId="{3DC43651-B994-84EB-29C8-ADAD00D4FCA3}"/>
          </ac:picMkLst>
        </pc:picChg>
      </pc:sldChg>
      <pc:sldChg chg="addSp delSp modSp mod modClrScheme chgLayout">
        <pc:chgData name="Nguyen, Tram Anh" userId="S::anguyen6@una.edu::bfb3b3ff-9d66-47fa-a8a1-aade41fb63d4" providerId="AD" clId="Web-{BC7A69ED-49EA-4C35-A72F-66EA3D06BC66}" dt="2022-11-20T01:57:44.712" v="223" actId="1076"/>
        <pc:sldMkLst>
          <pc:docMk/>
          <pc:sldMk cId="2301760200" sldId="259"/>
        </pc:sldMkLst>
        <pc:spChg chg="del mod ord">
          <ac:chgData name="Nguyen, Tram Anh" userId="S::anguyen6@una.edu::bfb3b3ff-9d66-47fa-a8a1-aade41fb63d4" providerId="AD" clId="Web-{BC7A69ED-49EA-4C35-A72F-66EA3D06BC66}" dt="2022-11-20T01:49:28.961" v="112"/>
          <ac:spMkLst>
            <pc:docMk/>
            <pc:sldMk cId="2301760200" sldId="259"/>
            <ac:spMk id="2" creationId="{CEBC0076-C73D-EE29-788D-2682A364E054}"/>
          </ac:spMkLst>
        </pc:spChg>
        <pc:spChg chg="mod">
          <ac:chgData name="Nguyen, Tram Anh" userId="S::anguyen6@una.edu::bfb3b3ff-9d66-47fa-a8a1-aade41fb63d4" providerId="AD" clId="Web-{BC7A69ED-49EA-4C35-A72F-66EA3D06BC66}" dt="2022-11-20T01:57:44.712" v="223" actId="1076"/>
          <ac:spMkLst>
            <pc:docMk/>
            <pc:sldMk cId="2301760200" sldId="259"/>
            <ac:spMk id="6" creationId="{9A60A19B-24F4-A24A-8AA6-572233BC553D}"/>
          </ac:spMkLst>
        </pc:spChg>
        <pc:spChg chg="add del mod">
          <ac:chgData name="Nguyen, Tram Anh" userId="S::anguyen6@una.edu::bfb3b3ff-9d66-47fa-a8a1-aade41fb63d4" providerId="AD" clId="Web-{BC7A69ED-49EA-4C35-A72F-66EA3D06BC66}" dt="2022-11-20T01:47:28.067" v="75"/>
          <ac:spMkLst>
            <pc:docMk/>
            <pc:sldMk cId="2301760200" sldId="259"/>
            <ac:spMk id="10" creationId="{FA339987-130F-E493-13BC-8325989FB19F}"/>
          </ac:spMkLst>
        </pc:spChg>
        <pc:spChg chg="add del">
          <ac:chgData name="Nguyen, Tram Anh" userId="S::anguyen6@una.edu::bfb3b3ff-9d66-47fa-a8a1-aade41fb63d4" providerId="AD" clId="Web-{BC7A69ED-49EA-4C35-A72F-66EA3D06BC66}" dt="2022-11-20T01:49:26.383" v="111"/>
          <ac:spMkLst>
            <pc:docMk/>
            <pc:sldMk cId="2301760200" sldId="259"/>
            <ac:spMk id="14" creationId="{747DD478-9C1B-4E2B-9760-2206088E9A9C}"/>
          </ac:spMkLst>
        </pc:spChg>
        <pc:spChg chg="add del mod">
          <ac:chgData name="Nguyen, Tram Anh" userId="S::anguyen6@una.edu::bfb3b3ff-9d66-47fa-a8a1-aade41fb63d4" providerId="AD" clId="Web-{BC7A69ED-49EA-4C35-A72F-66EA3D06BC66}" dt="2022-11-20T01:49:31.711" v="114"/>
          <ac:spMkLst>
            <pc:docMk/>
            <pc:sldMk cId="2301760200" sldId="259"/>
            <ac:spMk id="16" creationId="{547F4246-AE3D-C6C2-9379-B64D7A9C27D5}"/>
          </ac:spMkLst>
        </pc:spChg>
        <pc:spChg chg="add mod">
          <ac:chgData name="Nguyen, Tram Anh" userId="S::anguyen6@una.edu::bfb3b3ff-9d66-47fa-a8a1-aade41fb63d4" providerId="AD" clId="Web-{BC7A69ED-49EA-4C35-A72F-66EA3D06BC66}" dt="2022-11-20T01:49:38.258" v="119" actId="20577"/>
          <ac:spMkLst>
            <pc:docMk/>
            <pc:sldMk cId="2301760200" sldId="259"/>
            <ac:spMk id="18" creationId="{69BD7C61-0037-979C-485E-73666C2A0DFD}"/>
          </ac:spMkLst>
        </pc:spChg>
        <pc:picChg chg="del mod ord">
          <ac:chgData name="Nguyen, Tram Anh" userId="S::anguyen6@una.edu::bfb3b3ff-9d66-47fa-a8a1-aade41fb63d4" providerId="AD" clId="Web-{BC7A69ED-49EA-4C35-A72F-66EA3D06BC66}" dt="2022-11-20T01:46:32.002" v="72"/>
          <ac:picMkLst>
            <pc:docMk/>
            <pc:sldMk cId="2301760200" sldId="259"/>
            <ac:picMk id="4" creationId="{39C94F5F-7811-0565-0CCD-AED1F43C4353}"/>
          </ac:picMkLst>
        </pc:picChg>
        <pc:picChg chg="del mod">
          <ac:chgData name="Nguyen, Tram Anh" userId="S::anguyen6@una.edu::bfb3b3ff-9d66-47fa-a8a1-aade41fb63d4" providerId="AD" clId="Web-{BC7A69ED-49EA-4C35-A72F-66EA3D06BC66}" dt="2022-11-20T01:52:55.734" v="181"/>
          <ac:picMkLst>
            <pc:docMk/>
            <pc:sldMk cId="2301760200" sldId="259"/>
            <ac:picMk id="5" creationId="{34A09491-5252-5CC7-51A3-678D60D1166F}"/>
          </ac:picMkLst>
        </pc:picChg>
        <pc:picChg chg="add del mod">
          <ac:chgData name="Nguyen, Tram Anh" userId="S::anguyen6@una.edu::bfb3b3ff-9d66-47fa-a8a1-aade41fb63d4" providerId="AD" clId="Web-{BC7A69ED-49EA-4C35-A72F-66EA3D06BC66}" dt="2022-11-20T01:57:38.212" v="221" actId="1076"/>
          <ac:picMkLst>
            <pc:docMk/>
            <pc:sldMk cId="2301760200" sldId="259"/>
            <ac:picMk id="7" creationId="{040F8587-7A7E-5F2A-3887-A335E2049FA7}"/>
          </ac:picMkLst>
        </pc:picChg>
        <pc:picChg chg="add del mod">
          <ac:chgData name="Nguyen, Tram Anh" userId="S::anguyen6@una.edu::bfb3b3ff-9d66-47fa-a8a1-aade41fb63d4" providerId="AD" clId="Web-{BC7A69ED-49EA-4C35-A72F-66EA3D06BC66}" dt="2022-11-20T01:46:28.424" v="71"/>
          <ac:picMkLst>
            <pc:docMk/>
            <pc:sldMk cId="2301760200" sldId="259"/>
            <ac:picMk id="8" creationId="{CA3B8525-5E3A-2CAF-E37A-4802BFFF1A30}"/>
          </ac:picMkLst>
        </pc:picChg>
        <pc:picChg chg="add del mod ord">
          <ac:chgData name="Nguyen, Tram Anh" userId="S::anguyen6@una.edu::bfb3b3ff-9d66-47fa-a8a1-aade41fb63d4" providerId="AD" clId="Web-{BC7A69ED-49EA-4C35-A72F-66EA3D06BC66}" dt="2022-11-20T01:47:25.348" v="74"/>
          <ac:picMkLst>
            <pc:docMk/>
            <pc:sldMk cId="2301760200" sldId="259"/>
            <ac:picMk id="11" creationId="{F5654797-24FC-769F-5D60-DE7FC08B4CA3}"/>
          </ac:picMkLst>
        </pc:picChg>
        <pc:picChg chg="add mod">
          <ac:chgData name="Nguyen, Tram Anh" userId="S::anguyen6@una.edu::bfb3b3ff-9d66-47fa-a8a1-aade41fb63d4" providerId="AD" clId="Web-{BC7A69ED-49EA-4C35-A72F-66EA3D06BC66}" dt="2022-11-20T01:57:36.228" v="220" actId="1076"/>
          <ac:picMkLst>
            <pc:docMk/>
            <pc:sldMk cId="2301760200" sldId="259"/>
            <ac:picMk id="12" creationId="{6B2D18D2-F7F4-4DA9-189A-3805C9FB5FBA}"/>
          </ac:picMkLst>
        </pc:picChg>
        <pc:picChg chg="add del mod">
          <ac:chgData name="Nguyen, Tram Anh" userId="S::anguyen6@una.edu::bfb3b3ff-9d66-47fa-a8a1-aade41fb63d4" providerId="AD" clId="Web-{BC7A69ED-49EA-4C35-A72F-66EA3D06BC66}" dt="2022-11-20T01:57:30.368" v="218"/>
          <ac:picMkLst>
            <pc:docMk/>
            <pc:sldMk cId="2301760200" sldId="259"/>
            <ac:picMk id="20" creationId="{3E66E3B9-A068-18C8-7B6F-06A34581805D}"/>
          </ac:picMkLst>
        </pc:picChg>
      </pc:sldChg>
      <pc:sldChg chg="addSp delSp modSp mod ord modClrScheme chgLayout">
        <pc:chgData name="Nguyen, Tram Anh" userId="S::anguyen6@una.edu::bfb3b3ff-9d66-47fa-a8a1-aade41fb63d4" providerId="AD" clId="Web-{BC7A69ED-49EA-4C35-A72F-66EA3D06BC66}" dt="2022-11-20T02:10:05.036" v="352" actId="14100"/>
        <pc:sldMkLst>
          <pc:docMk/>
          <pc:sldMk cId="3307118049" sldId="260"/>
        </pc:sldMkLst>
        <pc:spChg chg="del mod ord">
          <ac:chgData name="Nguyen, Tram Anh" userId="S::anguyen6@una.edu::bfb3b3ff-9d66-47fa-a8a1-aade41fb63d4" providerId="AD" clId="Web-{BC7A69ED-49EA-4C35-A72F-66EA3D06BC66}" dt="2022-11-20T01:49:44.806" v="120"/>
          <ac:spMkLst>
            <pc:docMk/>
            <pc:sldMk cId="3307118049" sldId="260"/>
            <ac:spMk id="2" creationId="{6903673B-27A7-5AF0-68D3-7CDBBA307162}"/>
          </ac:spMkLst>
        </pc:spChg>
        <pc:spChg chg="mod">
          <ac:chgData name="Nguyen, Tram Anh" userId="S::anguyen6@una.edu::bfb3b3ff-9d66-47fa-a8a1-aade41fb63d4" providerId="AD" clId="Web-{BC7A69ED-49EA-4C35-A72F-66EA3D06BC66}" dt="2022-11-20T01:57:20.618" v="217" actId="1076"/>
          <ac:spMkLst>
            <pc:docMk/>
            <pc:sldMk cId="3307118049" sldId="260"/>
            <ac:spMk id="4" creationId="{B98E7650-F294-8E03-E567-6397916F7765}"/>
          </ac:spMkLst>
        </pc:spChg>
        <pc:spChg chg="add del mod">
          <ac:chgData name="Nguyen, Tram Anh" userId="S::anguyen6@una.edu::bfb3b3ff-9d66-47fa-a8a1-aade41fb63d4" providerId="AD" clId="Web-{BC7A69ED-49EA-4C35-A72F-66EA3D06BC66}" dt="2022-11-20T01:49:47.337" v="121"/>
          <ac:spMkLst>
            <pc:docMk/>
            <pc:sldMk cId="3307118049" sldId="260"/>
            <ac:spMk id="6" creationId="{F44B567D-0057-17F6-70CF-E95C4802791A}"/>
          </ac:spMkLst>
        </pc:spChg>
        <pc:spChg chg="add mod">
          <ac:chgData name="Nguyen, Tram Anh" userId="S::anguyen6@una.edu::bfb3b3ff-9d66-47fa-a8a1-aade41fb63d4" providerId="AD" clId="Web-{BC7A69ED-49EA-4C35-A72F-66EA3D06BC66}" dt="2022-11-20T01:49:51.446" v="130" actId="20577"/>
          <ac:spMkLst>
            <pc:docMk/>
            <pc:sldMk cId="3307118049" sldId="260"/>
            <ac:spMk id="9" creationId="{DE0A2C1C-7E50-4086-42AA-92C42A244C15}"/>
          </ac:spMkLst>
        </pc:spChg>
        <pc:spChg chg="add del mod">
          <ac:chgData name="Nguyen, Tram Anh" userId="S::anguyen6@una.edu::bfb3b3ff-9d66-47fa-a8a1-aade41fb63d4" providerId="AD" clId="Web-{BC7A69ED-49EA-4C35-A72F-66EA3D06BC66}" dt="2022-11-20T01:54:08.439" v="195"/>
          <ac:spMkLst>
            <pc:docMk/>
            <pc:sldMk cId="3307118049" sldId="260"/>
            <ac:spMk id="11" creationId="{F9DAFE62-281C-1A96-028E-7F7E558145FB}"/>
          </ac:spMkLst>
        </pc:spChg>
        <pc:picChg chg="del mod ord">
          <ac:chgData name="Nguyen, Tram Anh" userId="S::anguyen6@una.edu::bfb3b3ff-9d66-47fa-a8a1-aade41fb63d4" providerId="AD" clId="Web-{BC7A69ED-49EA-4C35-A72F-66EA3D06BC66}" dt="2022-11-20T01:54:05.580" v="194"/>
          <ac:picMkLst>
            <pc:docMk/>
            <pc:sldMk cId="3307118049" sldId="260"/>
            <ac:picMk id="5" creationId="{A66AD2D5-7F9D-FCB2-9F5E-EECDA628DB1B}"/>
          </ac:picMkLst>
        </pc:picChg>
        <pc:picChg chg="del">
          <ac:chgData name="Nguyen, Tram Anh" userId="S::anguyen6@una.edu::bfb3b3ff-9d66-47fa-a8a1-aade41fb63d4" providerId="AD" clId="Web-{BC7A69ED-49EA-4C35-A72F-66EA3D06BC66}" dt="2022-11-20T01:54:03.642" v="193"/>
          <ac:picMkLst>
            <pc:docMk/>
            <pc:sldMk cId="3307118049" sldId="260"/>
            <ac:picMk id="8" creationId="{1B0ED7E1-3B21-6AA4-C6B9-97FCD7D41A7C}"/>
          </ac:picMkLst>
        </pc:picChg>
        <pc:picChg chg="add del mod">
          <ac:chgData name="Nguyen, Tram Anh" userId="S::anguyen6@una.edu::bfb3b3ff-9d66-47fa-a8a1-aade41fb63d4" providerId="AD" clId="Web-{BC7A69ED-49EA-4C35-A72F-66EA3D06BC66}" dt="2022-11-20T02:09:55.692" v="349"/>
          <ac:picMkLst>
            <pc:docMk/>
            <pc:sldMk cId="3307118049" sldId="260"/>
            <ac:picMk id="13" creationId="{ECA786AF-03DB-9B11-AF8A-C38D67E3BEC6}"/>
          </ac:picMkLst>
        </pc:picChg>
        <pc:picChg chg="add mod">
          <ac:chgData name="Nguyen, Tram Anh" userId="S::anguyen6@una.edu::bfb3b3ff-9d66-47fa-a8a1-aade41fb63d4" providerId="AD" clId="Web-{BC7A69ED-49EA-4C35-A72F-66EA3D06BC66}" dt="2022-11-20T01:57:17.461" v="216" actId="1076"/>
          <ac:picMkLst>
            <pc:docMk/>
            <pc:sldMk cId="3307118049" sldId="260"/>
            <ac:picMk id="14" creationId="{26C3C987-832B-9288-8ED7-094077CD5487}"/>
          </ac:picMkLst>
        </pc:picChg>
        <pc:picChg chg="add del mod">
          <ac:chgData name="Nguyen, Tram Anh" userId="S::anguyen6@una.edu::bfb3b3ff-9d66-47fa-a8a1-aade41fb63d4" providerId="AD" clId="Web-{BC7A69ED-49EA-4C35-A72F-66EA3D06BC66}" dt="2022-11-20T01:57:11.133" v="214"/>
          <ac:picMkLst>
            <pc:docMk/>
            <pc:sldMk cId="3307118049" sldId="260"/>
            <ac:picMk id="16" creationId="{401D2E6C-C3A5-2C8B-A657-E0C823327C04}"/>
          </ac:picMkLst>
        </pc:picChg>
        <pc:picChg chg="add mod">
          <ac:chgData name="Nguyen, Tram Anh" userId="S::anguyen6@una.edu::bfb3b3ff-9d66-47fa-a8a1-aade41fb63d4" providerId="AD" clId="Web-{BC7A69ED-49EA-4C35-A72F-66EA3D06BC66}" dt="2022-11-20T02:10:05.036" v="352" actId="14100"/>
          <ac:picMkLst>
            <pc:docMk/>
            <pc:sldMk cId="3307118049" sldId="260"/>
            <ac:picMk id="17" creationId="{F13B2A77-5593-590B-182A-7FBEF21F5F62}"/>
          </ac:picMkLst>
        </pc:picChg>
      </pc:sldChg>
      <pc:sldChg chg="addSp delSp modSp mod ord modClrScheme chgLayout">
        <pc:chgData name="Nguyen, Tram Anh" userId="S::anguyen6@una.edu::bfb3b3ff-9d66-47fa-a8a1-aade41fb63d4" providerId="AD" clId="Web-{BC7A69ED-49EA-4C35-A72F-66EA3D06BC66}" dt="2022-11-20T02:05:39.728" v="336"/>
        <pc:sldMkLst>
          <pc:docMk/>
          <pc:sldMk cId="3990520136" sldId="261"/>
        </pc:sldMkLst>
        <pc:spChg chg="del mod ord">
          <ac:chgData name="Nguyen, Tram Anh" userId="S::anguyen6@una.edu::bfb3b3ff-9d66-47fa-a8a1-aade41fb63d4" providerId="AD" clId="Web-{BC7A69ED-49EA-4C35-A72F-66EA3D06BC66}" dt="2022-11-20T01:50:22.588" v="150"/>
          <ac:spMkLst>
            <pc:docMk/>
            <pc:sldMk cId="3990520136" sldId="261"/>
            <ac:spMk id="2" creationId="{AF485AFB-D2B6-97B4-52E9-31BD93953317}"/>
          </ac:spMkLst>
        </pc:spChg>
        <pc:spChg chg="add mod">
          <ac:chgData name="Nguyen, Tram Anh" userId="S::anguyen6@una.edu::bfb3b3ff-9d66-47fa-a8a1-aade41fb63d4" providerId="AD" clId="Web-{BC7A69ED-49EA-4C35-A72F-66EA3D06BC66}" dt="2022-11-20T01:50:15.322" v="149" actId="20577"/>
          <ac:spMkLst>
            <pc:docMk/>
            <pc:sldMk cId="3990520136" sldId="261"/>
            <ac:spMk id="7" creationId="{025BBC88-59EE-F206-4A80-0311EEFFD872}"/>
          </ac:spMkLst>
        </pc:spChg>
        <pc:spChg chg="add del mod">
          <ac:chgData name="Nguyen, Tram Anh" userId="S::anguyen6@una.edu::bfb3b3ff-9d66-47fa-a8a1-aade41fb63d4" providerId="AD" clId="Web-{BC7A69ED-49EA-4C35-A72F-66EA3D06BC66}" dt="2022-11-20T01:50:25.432" v="151"/>
          <ac:spMkLst>
            <pc:docMk/>
            <pc:sldMk cId="3990520136" sldId="261"/>
            <ac:spMk id="9" creationId="{0714DF2E-354D-451D-5903-91EDBEB83249}"/>
          </ac:spMkLst>
        </pc:spChg>
        <pc:picChg chg="mod ord">
          <ac:chgData name="Nguyen, Tram Anh" userId="S::anguyen6@una.edu::bfb3b3ff-9d66-47fa-a8a1-aade41fb63d4" providerId="AD" clId="Web-{BC7A69ED-49EA-4C35-A72F-66EA3D06BC66}" dt="2022-11-20T01:58:53.090" v="242" actId="1076"/>
          <ac:picMkLst>
            <pc:docMk/>
            <pc:sldMk cId="3990520136" sldId="261"/>
            <ac:picMk id="5" creationId="{5E1F557E-D6EA-091D-1694-4E3D547DA4EC}"/>
          </ac:picMkLst>
        </pc:picChg>
        <pc:picChg chg="mod">
          <ac:chgData name="Nguyen, Tram Anh" userId="S::anguyen6@una.edu::bfb3b3ff-9d66-47fa-a8a1-aade41fb63d4" providerId="AD" clId="Web-{BC7A69ED-49EA-4C35-A72F-66EA3D06BC66}" dt="2022-11-20T01:58:53.058" v="241" actId="1076"/>
          <ac:picMkLst>
            <pc:docMk/>
            <pc:sldMk cId="3990520136" sldId="261"/>
            <ac:picMk id="6" creationId="{A5E3DF2E-7231-2A74-3685-BE83DC9FCF56}"/>
          </ac:picMkLst>
        </pc:picChg>
        <pc:picChg chg="add del mod">
          <ac:chgData name="Nguyen, Tram Anh" userId="S::anguyen6@una.edu::bfb3b3ff-9d66-47fa-a8a1-aade41fb63d4" providerId="AD" clId="Web-{BC7A69ED-49EA-4C35-A72F-66EA3D06BC66}" dt="2022-11-20T01:58:24.151" v="232"/>
          <ac:picMkLst>
            <pc:docMk/>
            <pc:sldMk cId="3990520136" sldId="261"/>
            <ac:picMk id="11" creationId="{D12DA8D8-3791-ECEF-1DE1-26D392E82AD3}"/>
          </ac:picMkLst>
        </pc:picChg>
      </pc:sldChg>
      <pc:sldChg chg="addSp delSp modSp mod ord modClrScheme chgLayout">
        <pc:chgData name="Nguyen, Tram Anh" userId="S::anguyen6@una.edu::bfb3b3ff-9d66-47fa-a8a1-aade41fb63d4" providerId="AD" clId="Web-{BC7A69ED-49EA-4C35-A72F-66EA3D06BC66}" dt="2022-11-20T02:03:23.505" v="308"/>
        <pc:sldMkLst>
          <pc:docMk/>
          <pc:sldMk cId="594944256" sldId="262"/>
        </pc:sldMkLst>
        <pc:spChg chg="del mod ord">
          <ac:chgData name="Nguyen, Tram Anh" userId="S::anguyen6@una.edu::bfb3b3ff-9d66-47fa-a8a1-aade41fb63d4" providerId="AD" clId="Web-{BC7A69ED-49EA-4C35-A72F-66EA3D06BC66}" dt="2022-11-20T01:50:49.573" v="162"/>
          <ac:spMkLst>
            <pc:docMk/>
            <pc:sldMk cId="594944256" sldId="262"/>
            <ac:spMk id="2" creationId="{7A730172-9CD0-D2FB-8796-2E5925970DEA}"/>
          </ac:spMkLst>
        </pc:spChg>
        <pc:spChg chg="mod">
          <ac:chgData name="Nguyen, Tram Anh" userId="S::anguyen6@una.edu::bfb3b3ff-9d66-47fa-a8a1-aade41fb63d4" providerId="AD" clId="Web-{BC7A69ED-49EA-4C35-A72F-66EA3D06BC66}" dt="2022-11-20T02:02:02.534" v="303" actId="1076"/>
          <ac:spMkLst>
            <pc:docMk/>
            <pc:sldMk cId="594944256" sldId="262"/>
            <ac:spMk id="4" creationId="{B0A5D774-7351-6FB9-D5CC-F17615D5A055}"/>
          </ac:spMkLst>
        </pc:spChg>
        <pc:spChg chg="add mod">
          <ac:chgData name="Nguyen, Tram Anh" userId="S::anguyen6@una.edu::bfb3b3ff-9d66-47fa-a8a1-aade41fb63d4" providerId="AD" clId="Web-{BC7A69ED-49EA-4C35-A72F-66EA3D06BC66}" dt="2022-11-20T01:50:58.730" v="165" actId="20577"/>
          <ac:spMkLst>
            <pc:docMk/>
            <pc:sldMk cId="594944256" sldId="262"/>
            <ac:spMk id="9" creationId="{763342B9-19BA-59B7-D2A3-4FBB19ED2C78}"/>
          </ac:spMkLst>
        </pc:spChg>
        <pc:spChg chg="add del mod">
          <ac:chgData name="Nguyen, Tram Anh" userId="S::anguyen6@una.edu::bfb3b3ff-9d66-47fa-a8a1-aade41fb63d4" providerId="AD" clId="Web-{BC7A69ED-49EA-4C35-A72F-66EA3D06BC66}" dt="2022-11-20T01:50:53.823" v="163"/>
          <ac:spMkLst>
            <pc:docMk/>
            <pc:sldMk cId="594944256" sldId="262"/>
            <ac:spMk id="11" creationId="{B30A992F-32B7-86A1-A7B6-1D602B61CB70}"/>
          </ac:spMkLst>
        </pc:spChg>
        <pc:picChg chg="mod ord">
          <ac:chgData name="Nguyen, Tram Anh" userId="S::anguyen6@una.edu::bfb3b3ff-9d66-47fa-a8a1-aade41fb63d4" providerId="AD" clId="Web-{BC7A69ED-49EA-4C35-A72F-66EA3D06BC66}" dt="2022-11-20T02:01:51.549" v="301" actId="14100"/>
          <ac:picMkLst>
            <pc:docMk/>
            <pc:sldMk cId="594944256" sldId="262"/>
            <ac:picMk id="5" creationId="{A55C3B3E-AAD5-A62E-3C4F-C9786CB35D1F}"/>
          </ac:picMkLst>
        </pc:picChg>
        <pc:picChg chg="mod">
          <ac:chgData name="Nguyen, Tram Anh" userId="S::anguyen6@una.edu::bfb3b3ff-9d66-47fa-a8a1-aade41fb63d4" providerId="AD" clId="Web-{BC7A69ED-49EA-4C35-A72F-66EA3D06BC66}" dt="2022-11-20T02:01:51.549" v="299" actId="14100"/>
          <ac:picMkLst>
            <pc:docMk/>
            <pc:sldMk cId="594944256" sldId="262"/>
            <ac:picMk id="6" creationId="{9E38532B-F346-FEC7-3B77-14FD8B5DF221}"/>
          </ac:picMkLst>
        </pc:picChg>
        <pc:picChg chg="mod">
          <ac:chgData name="Nguyen, Tram Anh" userId="S::anguyen6@una.edu::bfb3b3ff-9d66-47fa-a8a1-aade41fb63d4" providerId="AD" clId="Web-{BC7A69ED-49EA-4C35-A72F-66EA3D06BC66}" dt="2022-11-20T02:01:51.549" v="300" actId="14100"/>
          <ac:picMkLst>
            <pc:docMk/>
            <pc:sldMk cId="594944256" sldId="262"/>
            <ac:picMk id="7" creationId="{68928B75-E32C-D866-2E69-26A7B732B20C}"/>
          </ac:picMkLst>
        </pc:picChg>
        <pc:picChg chg="mod">
          <ac:chgData name="Nguyen, Tram Anh" userId="S::anguyen6@una.edu::bfb3b3ff-9d66-47fa-a8a1-aade41fb63d4" providerId="AD" clId="Web-{BC7A69ED-49EA-4C35-A72F-66EA3D06BC66}" dt="2022-11-20T02:01:51.549" v="298" actId="14100"/>
          <ac:picMkLst>
            <pc:docMk/>
            <pc:sldMk cId="594944256" sldId="262"/>
            <ac:picMk id="8" creationId="{DD5A7961-52F8-5DDE-9F23-F0861E196A5E}"/>
          </ac:picMkLst>
        </pc:picChg>
        <pc:picChg chg="add del mod">
          <ac:chgData name="Nguyen, Tram Anh" userId="S::anguyen6@una.edu::bfb3b3ff-9d66-47fa-a8a1-aade41fb63d4" providerId="AD" clId="Web-{BC7A69ED-49EA-4C35-A72F-66EA3D06BC66}" dt="2022-11-20T01:59:24.919" v="249"/>
          <ac:picMkLst>
            <pc:docMk/>
            <pc:sldMk cId="594944256" sldId="262"/>
            <ac:picMk id="13" creationId="{82C7D69D-A551-E1C2-0BDC-4FE266F44866}"/>
          </ac:picMkLst>
        </pc:picChg>
      </pc:sldChg>
      <pc:sldChg chg="addSp delSp modSp mod modClrScheme chgLayout">
        <pc:chgData name="Nguyen, Tram Anh" userId="S::anguyen6@una.edu::bfb3b3ff-9d66-47fa-a8a1-aade41fb63d4" providerId="AD" clId="Web-{BC7A69ED-49EA-4C35-A72F-66EA3D06BC66}" dt="2022-11-20T02:10:45.086" v="354" actId="1076"/>
        <pc:sldMkLst>
          <pc:docMk/>
          <pc:sldMk cId="1647579820" sldId="263"/>
        </pc:sldMkLst>
        <pc:spChg chg="del mod ord">
          <ac:chgData name="Nguyen, Tram Anh" userId="S::anguyen6@una.edu::bfb3b3ff-9d66-47fa-a8a1-aade41fb63d4" providerId="AD" clId="Web-{BC7A69ED-49EA-4C35-A72F-66EA3D06BC66}" dt="2022-11-20T01:49:13.883" v="105"/>
          <ac:spMkLst>
            <pc:docMk/>
            <pc:sldMk cId="1647579820" sldId="263"/>
            <ac:spMk id="2" creationId="{FE90A429-17AB-0627-848A-B2DB0DAF95C6}"/>
          </ac:spMkLst>
        </pc:spChg>
        <pc:spChg chg="mod ord">
          <ac:chgData name="Nguyen, Tram Anh" userId="S::anguyen6@una.edu::bfb3b3ff-9d66-47fa-a8a1-aade41fb63d4" providerId="AD" clId="Web-{BC7A69ED-49EA-4C35-A72F-66EA3D06BC66}" dt="2022-11-20T01:43:44.137" v="36"/>
          <ac:spMkLst>
            <pc:docMk/>
            <pc:sldMk cId="1647579820" sldId="263"/>
            <ac:spMk id="3" creationId="{0289AD1F-96F9-4DB8-3FDC-06E05D4F4007}"/>
          </ac:spMkLst>
        </pc:spChg>
        <pc:spChg chg="add del mod">
          <ac:chgData name="Nguyen, Tram Anh" userId="S::anguyen6@una.edu::bfb3b3ff-9d66-47fa-a8a1-aade41fb63d4" providerId="AD" clId="Web-{BC7A69ED-49EA-4C35-A72F-66EA3D06BC66}" dt="2022-11-20T01:49:16.992" v="107"/>
          <ac:spMkLst>
            <pc:docMk/>
            <pc:sldMk cId="1647579820" sldId="263"/>
            <ac:spMk id="9" creationId="{A5078378-CB9C-0158-8E05-FDE2463B7ECC}"/>
          </ac:spMkLst>
        </pc:spChg>
        <pc:spChg chg="add mod">
          <ac:chgData name="Nguyen, Tram Anh" userId="S::anguyen6@una.edu::bfb3b3ff-9d66-47fa-a8a1-aade41fb63d4" providerId="AD" clId="Web-{BC7A69ED-49EA-4C35-A72F-66EA3D06BC66}" dt="2022-11-20T01:49:21.930" v="109" actId="20577"/>
          <ac:spMkLst>
            <pc:docMk/>
            <pc:sldMk cId="1647579820" sldId="263"/>
            <ac:spMk id="11" creationId="{32E2FAD0-F14A-1097-99F9-4F8F4BF97C0A}"/>
          </ac:spMkLst>
        </pc:spChg>
        <pc:picChg chg="del">
          <ac:chgData name="Nguyen, Tram Anh" userId="S::anguyen6@una.edu::bfb3b3ff-9d66-47fa-a8a1-aade41fb63d4" providerId="AD" clId="Web-{BC7A69ED-49EA-4C35-A72F-66EA3D06BC66}" dt="2022-11-20T01:46:03.923" v="65"/>
          <ac:picMkLst>
            <pc:docMk/>
            <pc:sldMk cId="1647579820" sldId="263"/>
            <ac:picMk id="4" creationId="{E9DD1EB3-F00C-BD10-B271-5FA9DD092D1B}"/>
          </ac:picMkLst>
        </pc:picChg>
        <pc:picChg chg="mod">
          <ac:chgData name="Nguyen, Tram Anh" userId="S::anguyen6@una.edu::bfb3b3ff-9d66-47fa-a8a1-aade41fb63d4" providerId="AD" clId="Web-{BC7A69ED-49EA-4C35-A72F-66EA3D06BC66}" dt="2022-11-20T02:10:45.070" v="353" actId="1076"/>
          <ac:picMkLst>
            <pc:docMk/>
            <pc:sldMk cId="1647579820" sldId="263"/>
            <ac:picMk id="5" creationId="{74E0E305-312E-FE9F-2EA8-B584028F13BB}"/>
          </ac:picMkLst>
        </pc:picChg>
        <pc:picChg chg="add mod">
          <ac:chgData name="Nguyen, Tram Anh" userId="S::anguyen6@una.edu::bfb3b3ff-9d66-47fa-a8a1-aade41fb63d4" providerId="AD" clId="Web-{BC7A69ED-49EA-4C35-A72F-66EA3D06BC66}" dt="2022-11-20T02:10:45.086" v="354" actId="1076"/>
          <ac:picMkLst>
            <pc:docMk/>
            <pc:sldMk cId="1647579820" sldId="263"/>
            <ac:picMk id="7" creationId="{2BC353C3-DB47-42B6-4DA2-819F367644D4}"/>
          </ac:picMkLst>
        </pc:picChg>
      </pc:sldChg>
      <pc:sldChg chg="addSp delSp modSp mod modClrScheme chgLayout">
        <pc:chgData name="Nguyen, Tram Anh" userId="S::anguyen6@una.edu::bfb3b3ff-9d66-47fa-a8a1-aade41fb63d4" providerId="AD" clId="Web-{BC7A69ED-49EA-4C35-A72F-66EA3D06BC66}" dt="2022-11-20T02:02:17.331" v="305" actId="1076"/>
        <pc:sldMkLst>
          <pc:docMk/>
          <pc:sldMk cId="2579929164" sldId="264"/>
        </pc:sldMkLst>
        <pc:spChg chg="del mod ord">
          <ac:chgData name="Nguyen, Tram Anh" userId="S::anguyen6@una.edu::bfb3b3ff-9d66-47fa-a8a1-aade41fb63d4" providerId="AD" clId="Web-{BC7A69ED-49EA-4C35-A72F-66EA3D06BC66}" dt="2022-11-20T01:51:18.168" v="178"/>
          <ac:spMkLst>
            <pc:docMk/>
            <pc:sldMk cId="2579929164" sldId="264"/>
            <ac:spMk id="2" creationId="{B690A2DE-9EAF-E741-2429-8E7FD09AB1A6}"/>
          </ac:spMkLst>
        </pc:spChg>
        <pc:spChg chg="add mod">
          <ac:chgData name="Nguyen, Tram Anh" userId="S::anguyen6@una.edu::bfb3b3ff-9d66-47fa-a8a1-aade41fb63d4" providerId="AD" clId="Web-{BC7A69ED-49EA-4C35-A72F-66EA3D06BC66}" dt="2022-11-20T01:51:13.887" v="177" actId="20577"/>
          <ac:spMkLst>
            <pc:docMk/>
            <pc:sldMk cId="2579929164" sldId="264"/>
            <ac:spMk id="6" creationId="{BE3A955F-C404-99E8-F8F4-C6024327513A}"/>
          </ac:spMkLst>
        </pc:spChg>
        <pc:spChg chg="add del mod">
          <ac:chgData name="Nguyen, Tram Anh" userId="S::anguyen6@una.edu::bfb3b3ff-9d66-47fa-a8a1-aade41fb63d4" providerId="AD" clId="Web-{BC7A69ED-49EA-4C35-A72F-66EA3D06BC66}" dt="2022-11-20T01:51:58.638" v="179"/>
          <ac:spMkLst>
            <pc:docMk/>
            <pc:sldMk cId="2579929164" sldId="264"/>
            <ac:spMk id="8" creationId="{50433704-0FD8-1E62-1FD6-AD56B1B97EE0}"/>
          </ac:spMkLst>
        </pc:spChg>
        <pc:picChg chg="mod">
          <ac:chgData name="Nguyen, Tram Anh" userId="S::anguyen6@una.edu::bfb3b3ff-9d66-47fa-a8a1-aade41fb63d4" providerId="AD" clId="Web-{BC7A69ED-49EA-4C35-A72F-66EA3D06BC66}" dt="2022-11-20T02:02:17.331" v="305" actId="1076"/>
          <ac:picMkLst>
            <pc:docMk/>
            <pc:sldMk cId="2579929164" sldId="264"/>
            <ac:picMk id="4" creationId="{E8DDCA2E-50CE-135D-2C0F-6E8610E15E6F}"/>
          </ac:picMkLst>
        </pc:picChg>
        <pc:picChg chg="mod">
          <ac:chgData name="Nguyen, Tram Anh" userId="S::anguyen6@una.edu::bfb3b3ff-9d66-47fa-a8a1-aade41fb63d4" providerId="AD" clId="Web-{BC7A69ED-49EA-4C35-A72F-66EA3D06BC66}" dt="2022-11-20T02:02:17.300" v="304" actId="1076"/>
          <ac:picMkLst>
            <pc:docMk/>
            <pc:sldMk cId="2579929164" sldId="264"/>
            <ac:picMk id="5" creationId="{145A1D85-4F42-FAD1-C7FD-42A4B8C603D6}"/>
          </ac:picMkLst>
        </pc:picChg>
      </pc:sldChg>
      <pc:sldChg chg="addSp delSp modSp mod ord modClrScheme chgLayout">
        <pc:chgData name="Nguyen, Tram Anh" userId="S::anguyen6@una.edu::bfb3b3ff-9d66-47fa-a8a1-aade41fb63d4" providerId="AD" clId="Web-{BC7A69ED-49EA-4C35-A72F-66EA3D06BC66}" dt="2022-11-20T02:15:40.017" v="360" actId="1076"/>
        <pc:sldMkLst>
          <pc:docMk/>
          <pc:sldMk cId="2505828059" sldId="265"/>
        </pc:sldMkLst>
        <pc:spChg chg="del mod ord">
          <ac:chgData name="Nguyen, Tram Anh" userId="S::anguyen6@una.edu::bfb3b3ff-9d66-47fa-a8a1-aade41fb63d4" providerId="AD" clId="Web-{BC7A69ED-49EA-4C35-A72F-66EA3D06BC66}" dt="2022-11-20T01:49:56.212" v="131"/>
          <ac:spMkLst>
            <pc:docMk/>
            <pc:sldMk cId="2505828059" sldId="265"/>
            <ac:spMk id="2" creationId="{E26C0521-195C-1799-6833-8D4F0452E308}"/>
          </ac:spMkLst>
        </pc:spChg>
        <pc:spChg chg="add del mod">
          <ac:chgData name="Nguyen, Tram Anh" userId="S::anguyen6@una.edu::bfb3b3ff-9d66-47fa-a8a1-aade41fb63d4" providerId="AD" clId="Web-{BC7A69ED-49EA-4C35-A72F-66EA3D06BC66}" dt="2022-11-20T01:40:04.171" v="8"/>
          <ac:spMkLst>
            <pc:docMk/>
            <pc:sldMk cId="2505828059" sldId="265"/>
            <ac:spMk id="3" creationId="{A4EFF022-F80C-225E-E5F2-0E6CCA517A63}"/>
          </ac:spMkLst>
        </pc:spChg>
        <pc:spChg chg="del mod">
          <ac:chgData name="Nguyen, Tram Anh" userId="S::anguyen6@una.edu::bfb3b3ff-9d66-47fa-a8a1-aade41fb63d4" providerId="AD" clId="Web-{BC7A69ED-49EA-4C35-A72F-66EA3D06BC66}" dt="2022-11-20T02:06:37.527" v="348"/>
          <ac:spMkLst>
            <pc:docMk/>
            <pc:sldMk cId="2505828059" sldId="265"/>
            <ac:spMk id="4" creationId="{12006149-19B0-67C5-8BF6-C1C35627203C}"/>
          </ac:spMkLst>
        </pc:spChg>
        <pc:spChg chg="add del mod">
          <ac:chgData name="Nguyen, Tram Anh" userId="S::anguyen6@una.edu::bfb3b3ff-9d66-47fa-a8a1-aade41fb63d4" providerId="AD" clId="Web-{BC7A69ED-49EA-4C35-A72F-66EA3D06BC66}" dt="2022-11-20T01:49:58.869" v="133"/>
          <ac:spMkLst>
            <pc:docMk/>
            <pc:sldMk cId="2505828059" sldId="265"/>
            <ac:spMk id="11" creationId="{009EFDDD-ABAC-930B-D598-B62FC14AAC1B}"/>
          </ac:spMkLst>
        </pc:spChg>
        <pc:spChg chg="add mod">
          <ac:chgData name="Nguyen, Tram Anh" userId="S::anguyen6@una.edu::bfb3b3ff-9d66-47fa-a8a1-aade41fb63d4" providerId="AD" clId="Web-{BC7A69ED-49EA-4C35-A72F-66EA3D06BC66}" dt="2022-11-20T01:50:04.025" v="142" actId="20577"/>
          <ac:spMkLst>
            <pc:docMk/>
            <pc:sldMk cId="2505828059" sldId="265"/>
            <ac:spMk id="13" creationId="{34E0638D-6734-E039-999F-5A3E63D82C78}"/>
          </ac:spMkLst>
        </pc:spChg>
        <pc:picChg chg="add del mod ord">
          <ac:chgData name="Nguyen, Tram Anh" userId="S::anguyen6@una.edu::bfb3b3ff-9d66-47fa-a8a1-aade41fb63d4" providerId="AD" clId="Web-{BC7A69ED-49EA-4C35-A72F-66EA3D06BC66}" dt="2022-11-20T01:39:55.874" v="5"/>
          <ac:picMkLst>
            <pc:docMk/>
            <pc:sldMk cId="2505828059" sldId="265"/>
            <ac:picMk id="5" creationId="{6221A537-ED00-BE8A-059E-6976610F44FF}"/>
          </ac:picMkLst>
        </pc:picChg>
        <pc:picChg chg="add del mod ord">
          <ac:chgData name="Nguyen, Tram Anh" userId="S::anguyen6@una.edu::bfb3b3ff-9d66-47fa-a8a1-aade41fb63d4" providerId="AD" clId="Web-{BC7A69ED-49EA-4C35-A72F-66EA3D06BC66}" dt="2022-11-20T01:40:01.655" v="7"/>
          <ac:picMkLst>
            <pc:docMk/>
            <pc:sldMk cId="2505828059" sldId="265"/>
            <ac:picMk id="6" creationId="{CFF77C2C-FFD8-8C03-2DDB-12754FF97C6E}"/>
          </ac:picMkLst>
        </pc:picChg>
        <pc:picChg chg="add mod ord">
          <ac:chgData name="Nguyen, Tram Anh" userId="S::anguyen6@una.edu::bfb3b3ff-9d66-47fa-a8a1-aade41fb63d4" providerId="AD" clId="Web-{BC7A69ED-49EA-4C35-A72F-66EA3D06BC66}" dt="2022-11-20T01:43:44.137" v="36"/>
          <ac:picMkLst>
            <pc:docMk/>
            <pc:sldMk cId="2505828059" sldId="265"/>
            <ac:picMk id="7" creationId="{BF88D370-6E1F-DCF7-F52B-048877B84867}"/>
          </ac:picMkLst>
        </pc:picChg>
        <pc:picChg chg="add del mod">
          <ac:chgData name="Nguyen, Tram Anh" userId="S::anguyen6@una.edu::bfb3b3ff-9d66-47fa-a8a1-aade41fb63d4" providerId="AD" clId="Web-{BC7A69ED-49EA-4C35-A72F-66EA3D06BC66}" dt="2022-11-20T02:15:22.361" v="355"/>
          <ac:picMkLst>
            <pc:docMk/>
            <pc:sldMk cId="2505828059" sldId="265"/>
            <ac:picMk id="8" creationId="{FD30271C-0B3F-0077-470A-73129EEDD168}"/>
          </ac:picMkLst>
        </pc:picChg>
        <pc:picChg chg="add mod">
          <ac:chgData name="Nguyen, Tram Anh" userId="S::anguyen6@una.edu::bfb3b3ff-9d66-47fa-a8a1-aade41fb63d4" providerId="AD" clId="Web-{BC7A69ED-49EA-4C35-A72F-66EA3D06BC66}" dt="2022-11-20T02:15:40.017" v="360" actId="1076"/>
          <ac:picMkLst>
            <pc:docMk/>
            <pc:sldMk cId="2505828059" sldId="265"/>
            <ac:picMk id="9" creationId="{F2AA111D-E5EB-6341-FF56-2C9877124B1D}"/>
          </ac:picMkLst>
        </pc:picChg>
        <pc:picChg chg="add mod">
          <ac:chgData name="Nguyen, Tram Anh" userId="S::anguyen6@una.edu::bfb3b3ff-9d66-47fa-a8a1-aade41fb63d4" providerId="AD" clId="Web-{BC7A69ED-49EA-4C35-A72F-66EA3D06BC66}" dt="2022-11-20T02:15:37.174" v="359" actId="1076"/>
          <ac:picMkLst>
            <pc:docMk/>
            <pc:sldMk cId="2505828059" sldId="265"/>
            <ac:picMk id="14" creationId="{FD522CED-1731-501C-AB9C-97F794E3B38D}"/>
          </ac:picMkLst>
        </pc:picChg>
      </pc:sldChg>
      <pc:sldChg chg="add del replId">
        <pc:chgData name="Nguyen, Tram Anh" userId="S::anguyen6@una.edu::bfb3b3ff-9d66-47fa-a8a1-aade41fb63d4" providerId="AD" clId="Web-{BC7A69ED-49EA-4C35-A72F-66EA3D06BC66}" dt="2022-11-20T02:02:43.941" v="306"/>
        <pc:sldMkLst>
          <pc:docMk/>
          <pc:sldMk cId="340140305" sldId="266"/>
        </pc:sldMkLst>
      </pc:sldChg>
      <pc:sldChg chg="addSp delSp modSp add ord replId">
        <pc:chgData name="Nguyen, Tram Anh" userId="S::anguyen6@una.edu::bfb3b3ff-9d66-47fa-a8a1-aade41fb63d4" providerId="AD" clId="Web-{BC7A69ED-49EA-4C35-A72F-66EA3D06BC66}" dt="2022-11-20T02:05:45.994" v="338"/>
        <pc:sldMkLst>
          <pc:docMk/>
          <pc:sldMk cId="1754998160" sldId="266"/>
        </pc:sldMkLst>
        <pc:spChg chg="add del mod">
          <ac:chgData name="Nguyen, Tram Anh" userId="S::anguyen6@una.edu::bfb3b3ff-9d66-47fa-a8a1-aade41fb63d4" providerId="AD" clId="Web-{BC7A69ED-49EA-4C35-A72F-66EA3D06BC66}" dt="2022-11-20T02:04:15.211" v="319"/>
          <ac:spMkLst>
            <pc:docMk/>
            <pc:sldMk cId="1754998160" sldId="266"/>
            <ac:spMk id="3" creationId="{61FDDBFD-8F27-FEE6-5F69-D99AB4B91E38}"/>
          </ac:spMkLst>
        </pc:spChg>
        <pc:spChg chg="mod">
          <ac:chgData name="Nguyen, Tram Anh" userId="S::anguyen6@una.edu::bfb3b3ff-9d66-47fa-a8a1-aade41fb63d4" providerId="AD" clId="Web-{BC7A69ED-49EA-4C35-A72F-66EA3D06BC66}" dt="2022-11-20T02:05:32.603" v="335" actId="1076"/>
          <ac:spMkLst>
            <pc:docMk/>
            <pc:sldMk cId="1754998160" sldId="266"/>
            <ac:spMk id="4" creationId="{8A7BC5E1-BE2B-7FD2-E942-5F9DB0DD7E17}"/>
          </ac:spMkLst>
        </pc:spChg>
        <pc:spChg chg="mod">
          <ac:chgData name="Nguyen, Tram Anh" userId="S::anguyen6@una.edu::bfb3b3ff-9d66-47fa-a8a1-aade41fb63d4" providerId="AD" clId="Web-{BC7A69ED-49EA-4C35-A72F-66EA3D06BC66}" dt="2022-11-20T02:04:00.803" v="316" actId="20577"/>
          <ac:spMkLst>
            <pc:docMk/>
            <pc:sldMk cId="1754998160" sldId="266"/>
            <ac:spMk id="7" creationId="{025BBC88-59EE-F206-4A80-0311EEFFD872}"/>
          </ac:spMkLst>
        </pc:spChg>
        <pc:picChg chg="del">
          <ac:chgData name="Nguyen, Tram Anh" userId="S::anguyen6@una.edu::bfb3b3ff-9d66-47fa-a8a1-aade41fb63d4" providerId="AD" clId="Web-{BC7A69ED-49EA-4C35-A72F-66EA3D06BC66}" dt="2022-11-20T02:04:06.475" v="318"/>
          <ac:picMkLst>
            <pc:docMk/>
            <pc:sldMk cId="1754998160" sldId="266"/>
            <ac:picMk id="5" creationId="{5E1F557E-D6EA-091D-1694-4E3D547DA4EC}"/>
          </ac:picMkLst>
        </pc:picChg>
        <pc:picChg chg="del">
          <ac:chgData name="Nguyen, Tram Anh" userId="S::anguyen6@una.edu::bfb3b3ff-9d66-47fa-a8a1-aade41fb63d4" providerId="AD" clId="Web-{BC7A69ED-49EA-4C35-A72F-66EA3D06BC66}" dt="2022-11-20T02:04:03.741" v="317"/>
          <ac:picMkLst>
            <pc:docMk/>
            <pc:sldMk cId="1754998160" sldId="266"/>
            <ac:picMk id="6" creationId="{A5E3DF2E-7231-2A74-3685-BE83DC9FCF56}"/>
          </ac:picMkLst>
        </pc:picChg>
        <pc:picChg chg="add mod">
          <ac:chgData name="Nguyen, Tram Anh" userId="S::anguyen6@una.edu::bfb3b3ff-9d66-47fa-a8a1-aade41fb63d4" providerId="AD" clId="Web-{BC7A69ED-49EA-4C35-A72F-66EA3D06BC66}" dt="2022-11-20T02:05:22.540" v="329" actId="1076"/>
          <ac:picMkLst>
            <pc:docMk/>
            <pc:sldMk cId="1754998160" sldId="266"/>
            <ac:picMk id="8" creationId="{78161BFF-6DE4-AB8E-8D62-44F550CF5B6B}"/>
          </ac:picMkLst>
        </pc:picChg>
        <pc:picChg chg="add mod">
          <ac:chgData name="Nguyen, Tram Anh" userId="S::anguyen6@una.edu::bfb3b3ff-9d66-47fa-a8a1-aade41fb63d4" providerId="AD" clId="Web-{BC7A69ED-49EA-4C35-A72F-66EA3D06BC66}" dt="2022-11-20T02:05:22.572" v="330" actId="1076"/>
          <ac:picMkLst>
            <pc:docMk/>
            <pc:sldMk cId="1754998160" sldId="266"/>
            <ac:picMk id="9" creationId="{60A4C264-AD66-4C05-54A6-DE503FB9547D}"/>
          </ac:picMkLst>
        </pc:picChg>
        <pc:picChg chg="add mod">
          <ac:chgData name="Nguyen, Tram Anh" userId="S::anguyen6@una.edu::bfb3b3ff-9d66-47fa-a8a1-aade41fb63d4" providerId="AD" clId="Web-{BC7A69ED-49EA-4C35-A72F-66EA3D06BC66}" dt="2022-11-20T02:05:22.603" v="331" actId="1076"/>
          <ac:picMkLst>
            <pc:docMk/>
            <pc:sldMk cId="1754998160" sldId="266"/>
            <ac:picMk id="10" creationId="{EBCAD327-C8CB-6456-207B-E74CAC7587FB}"/>
          </ac:picMkLst>
        </pc:picChg>
      </pc:sldChg>
      <pc:sldMasterChg chg="add del addSldLayout delSldLayout">
        <pc:chgData name="Nguyen, Tram Anh" userId="S::anguyen6@una.edu::bfb3b3ff-9d66-47fa-a8a1-aade41fb63d4" providerId="AD" clId="Web-{BC7A69ED-49EA-4C35-A72F-66EA3D06BC66}" dt="2022-11-20T01:43:44.137" v="36"/>
        <pc:sldMasterMkLst>
          <pc:docMk/>
          <pc:sldMasterMk cId="658737712" sldId="2147483672"/>
        </pc:sldMasterMkLst>
        <pc:sldLayoutChg chg="add del">
          <pc:chgData name="Nguyen, Tram Anh" userId="S::anguyen6@una.edu::bfb3b3ff-9d66-47fa-a8a1-aade41fb63d4" providerId="AD" clId="Web-{BC7A69ED-49EA-4C35-A72F-66EA3D06BC66}" dt="2022-11-20T01:43:44.137" v="36"/>
          <pc:sldLayoutMkLst>
            <pc:docMk/>
            <pc:sldMasterMk cId="658737712" sldId="2147483672"/>
            <pc:sldLayoutMk cId="3929247613" sldId="2147483673"/>
          </pc:sldLayoutMkLst>
        </pc:sldLayoutChg>
        <pc:sldLayoutChg chg="add del">
          <pc:chgData name="Nguyen, Tram Anh" userId="S::anguyen6@una.edu::bfb3b3ff-9d66-47fa-a8a1-aade41fb63d4" providerId="AD" clId="Web-{BC7A69ED-49EA-4C35-A72F-66EA3D06BC66}" dt="2022-11-20T01:43:44.137" v="36"/>
          <pc:sldLayoutMkLst>
            <pc:docMk/>
            <pc:sldMasterMk cId="658737712" sldId="2147483672"/>
            <pc:sldLayoutMk cId="3051700305" sldId="2147483674"/>
          </pc:sldLayoutMkLst>
        </pc:sldLayoutChg>
        <pc:sldLayoutChg chg="add del">
          <pc:chgData name="Nguyen, Tram Anh" userId="S::anguyen6@una.edu::bfb3b3ff-9d66-47fa-a8a1-aade41fb63d4" providerId="AD" clId="Web-{BC7A69ED-49EA-4C35-A72F-66EA3D06BC66}" dt="2022-11-20T01:43:44.137" v="36"/>
          <pc:sldLayoutMkLst>
            <pc:docMk/>
            <pc:sldMasterMk cId="658737712" sldId="2147483672"/>
            <pc:sldLayoutMk cId="3320537176" sldId="2147483675"/>
          </pc:sldLayoutMkLst>
        </pc:sldLayoutChg>
        <pc:sldLayoutChg chg="add del">
          <pc:chgData name="Nguyen, Tram Anh" userId="S::anguyen6@una.edu::bfb3b3ff-9d66-47fa-a8a1-aade41fb63d4" providerId="AD" clId="Web-{BC7A69ED-49EA-4C35-A72F-66EA3D06BC66}" dt="2022-11-20T01:43:44.137" v="36"/>
          <pc:sldLayoutMkLst>
            <pc:docMk/>
            <pc:sldMasterMk cId="658737712" sldId="2147483672"/>
            <pc:sldLayoutMk cId="4143139119" sldId="2147483676"/>
          </pc:sldLayoutMkLst>
        </pc:sldLayoutChg>
        <pc:sldLayoutChg chg="add del">
          <pc:chgData name="Nguyen, Tram Anh" userId="S::anguyen6@una.edu::bfb3b3ff-9d66-47fa-a8a1-aade41fb63d4" providerId="AD" clId="Web-{BC7A69ED-49EA-4C35-A72F-66EA3D06BC66}" dt="2022-11-20T01:43:44.137" v="36"/>
          <pc:sldLayoutMkLst>
            <pc:docMk/>
            <pc:sldMasterMk cId="658737712" sldId="2147483672"/>
            <pc:sldLayoutMk cId="3243927392" sldId="2147483677"/>
          </pc:sldLayoutMkLst>
        </pc:sldLayoutChg>
        <pc:sldLayoutChg chg="add del">
          <pc:chgData name="Nguyen, Tram Anh" userId="S::anguyen6@una.edu::bfb3b3ff-9d66-47fa-a8a1-aade41fb63d4" providerId="AD" clId="Web-{BC7A69ED-49EA-4C35-A72F-66EA3D06BC66}" dt="2022-11-20T01:43:44.137" v="36"/>
          <pc:sldLayoutMkLst>
            <pc:docMk/>
            <pc:sldMasterMk cId="658737712" sldId="2147483672"/>
            <pc:sldLayoutMk cId="3195620131" sldId="2147483678"/>
          </pc:sldLayoutMkLst>
        </pc:sldLayoutChg>
        <pc:sldLayoutChg chg="add del">
          <pc:chgData name="Nguyen, Tram Anh" userId="S::anguyen6@una.edu::bfb3b3ff-9d66-47fa-a8a1-aade41fb63d4" providerId="AD" clId="Web-{BC7A69ED-49EA-4C35-A72F-66EA3D06BC66}" dt="2022-11-20T01:43:44.137" v="36"/>
          <pc:sldLayoutMkLst>
            <pc:docMk/>
            <pc:sldMasterMk cId="658737712" sldId="2147483672"/>
            <pc:sldLayoutMk cId="2369218536" sldId="2147483679"/>
          </pc:sldLayoutMkLst>
        </pc:sldLayoutChg>
        <pc:sldLayoutChg chg="add del">
          <pc:chgData name="Nguyen, Tram Anh" userId="S::anguyen6@una.edu::bfb3b3ff-9d66-47fa-a8a1-aade41fb63d4" providerId="AD" clId="Web-{BC7A69ED-49EA-4C35-A72F-66EA3D06BC66}" dt="2022-11-20T01:43:44.137" v="36"/>
          <pc:sldLayoutMkLst>
            <pc:docMk/>
            <pc:sldMasterMk cId="658737712" sldId="2147483672"/>
            <pc:sldLayoutMk cId="2806144264" sldId="2147483680"/>
          </pc:sldLayoutMkLst>
        </pc:sldLayoutChg>
        <pc:sldLayoutChg chg="add del">
          <pc:chgData name="Nguyen, Tram Anh" userId="S::anguyen6@una.edu::bfb3b3ff-9d66-47fa-a8a1-aade41fb63d4" providerId="AD" clId="Web-{BC7A69ED-49EA-4C35-A72F-66EA3D06BC66}" dt="2022-11-20T01:43:44.137" v="36"/>
          <pc:sldLayoutMkLst>
            <pc:docMk/>
            <pc:sldMasterMk cId="658737712" sldId="2147483672"/>
            <pc:sldLayoutMk cId="1631456909" sldId="2147483681"/>
          </pc:sldLayoutMkLst>
        </pc:sldLayoutChg>
        <pc:sldLayoutChg chg="add del">
          <pc:chgData name="Nguyen, Tram Anh" userId="S::anguyen6@una.edu::bfb3b3ff-9d66-47fa-a8a1-aade41fb63d4" providerId="AD" clId="Web-{BC7A69ED-49EA-4C35-A72F-66EA3D06BC66}" dt="2022-11-20T01:43:44.137" v="36"/>
          <pc:sldLayoutMkLst>
            <pc:docMk/>
            <pc:sldMasterMk cId="658737712" sldId="2147483672"/>
            <pc:sldLayoutMk cId="1585801735" sldId="2147483682"/>
          </pc:sldLayoutMkLst>
        </pc:sldLayoutChg>
        <pc:sldLayoutChg chg="add del">
          <pc:chgData name="Nguyen, Tram Anh" userId="S::anguyen6@una.edu::bfb3b3ff-9d66-47fa-a8a1-aade41fb63d4" providerId="AD" clId="Web-{BC7A69ED-49EA-4C35-A72F-66EA3D06BC66}" dt="2022-11-20T01:43:44.137" v="36"/>
          <pc:sldLayoutMkLst>
            <pc:docMk/>
            <pc:sldMasterMk cId="658737712" sldId="2147483672"/>
            <pc:sldLayoutMk cId="2088522025" sldId="2147483683"/>
          </pc:sldLayoutMkLst>
        </pc:sldLayoutChg>
        <pc:sldLayoutChg chg="add del">
          <pc:chgData name="Nguyen, Tram Anh" userId="S::anguyen6@una.edu::bfb3b3ff-9d66-47fa-a8a1-aade41fb63d4" providerId="AD" clId="Web-{BC7A69ED-49EA-4C35-A72F-66EA3D06BC66}" dt="2022-11-20T01:43:44.137" v="36"/>
          <pc:sldLayoutMkLst>
            <pc:docMk/>
            <pc:sldMasterMk cId="658737712" sldId="2147483672"/>
            <pc:sldLayoutMk cId="3671740515" sldId="2147483684"/>
          </pc:sldLayoutMkLst>
        </pc:sldLayoutChg>
        <pc:sldLayoutChg chg="add del">
          <pc:chgData name="Nguyen, Tram Anh" userId="S::anguyen6@una.edu::bfb3b3ff-9d66-47fa-a8a1-aade41fb63d4" providerId="AD" clId="Web-{BC7A69ED-49EA-4C35-A72F-66EA3D06BC66}" dt="2022-11-20T01:43:44.137" v="36"/>
          <pc:sldLayoutMkLst>
            <pc:docMk/>
            <pc:sldMasterMk cId="658737712" sldId="2147483672"/>
            <pc:sldLayoutMk cId="2604706465" sldId="2147483685"/>
          </pc:sldLayoutMkLst>
        </pc:sldLayoutChg>
        <pc:sldLayoutChg chg="add del">
          <pc:chgData name="Nguyen, Tram Anh" userId="S::anguyen6@una.edu::bfb3b3ff-9d66-47fa-a8a1-aade41fb63d4" providerId="AD" clId="Web-{BC7A69ED-49EA-4C35-A72F-66EA3D06BC66}" dt="2022-11-20T01:43:44.137" v="36"/>
          <pc:sldLayoutMkLst>
            <pc:docMk/>
            <pc:sldMasterMk cId="658737712" sldId="2147483672"/>
            <pc:sldLayoutMk cId="3335276144" sldId="2147483686"/>
          </pc:sldLayoutMkLst>
        </pc:sldLayoutChg>
        <pc:sldLayoutChg chg="add del">
          <pc:chgData name="Nguyen, Tram Anh" userId="S::anguyen6@una.edu::bfb3b3ff-9d66-47fa-a8a1-aade41fb63d4" providerId="AD" clId="Web-{BC7A69ED-49EA-4C35-A72F-66EA3D06BC66}" dt="2022-11-20T01:43:44.137" v="36"/>
          <pc:sldLayoutMkLst>
            <pc:docMk/>
            <pc:sldMasterMk cId="658737712" sldId="2147483672"/>
            <pc:sldLayoutMk cId="3944081567" sldId="2147483687"/>
          </pc:sldLayoutMkLst>
        </pc:sldLayoutChg>
        <pc:sldLayoutChg chg="add del">
          <pc:chgData name="Nguyen, Tram Anh" userId="S::anguyen6@una.edu::bfb3b3ff-9d66-47fa-a8a1-aade41fb63d4" providerId="AD" clId="Web-{BC7A69ED-49EA-4C35-A72F-66EA3D06BC66}" dt="2022-11-20T01:43:44.137" v="36"/>
          <pc:sldLayoutMkLst>
            <pc:docMk/>
            <pc:sldMasterMk cId="658737712" sldId="2147483672"/>
            <pc:sldLayoutMk cId="193144632" sldId="2147483688"/>
          </pc:sldLayoutMkLst>
        </pc:sldLayoutChg>
        <pc:sldLayoutChg chg="add del">
          <pc:chgData name="Nguyen, Tram Anh" userId="S::anguyen6@una.edu::bfb3b3ff-9d66-47fa-a8a1-aade41fb63d4" providerId="AD" clId="Web-{BC7A69ED-49EA-4C35-A72F-66EA3D06BC66}" dt="2022-11-20T01:43:44.137" v="36"/>
          <pc:sldLayoutMkLst>
            <pc:docMk/>
            <pc:sldMasterMk cId="658737712" sldId="2147483672"/>
            <pc:sldLayoutMk cId="2459170781" sldId="2147483689"/>
          </pc:sldLayoutMkLst>
        </pc:sldLayoutChg>
      </pc:sldMasterChg>
      <pc:sldMasterChg chg="add del addSldLayout delSldLayout modSldLayout">
        <pc:chgData name="Nguyen, Tram Anh" userId="S::anguyen6@una.edu::bfb3b3ff-9d66-47fa-a8a1-aade41fb63d4" providerId="AD" clId="Web-{BC7A69ED-49EA-4C35-A72F-66EA3D06BC66}" dt="2022-11-20T01:43:44.137" v="36"/>
        <pc:sldMasterMkLst>
          <pc:docMk/>
          <pc:sldMasterMk cId="3677184832" sldId="2147483690"/>
        </pc:sldMasterMkLst>
        <pc:sldLayoutChg chg="add del mod replId">
          <pc:chgData name="Nguyen, Tram Anh" userId="S::anguyen6@una.edu::bfb3b3ff-9d66-47fa-a8a1-aade41fb63d4" providerId="AD" clId="Web-{BC7A69ED-49EA-4C35-A72F-66EA3D06BC66}" dt="2022-11-20T01:43:44.137" v="36"/>
          <pc:sldLayoutMkLst>
            <pc:docMk/>
            <pc:sldMasterMk cId="3677184832" sldId="2147483690"/>
            <pc:sldLayoutMk cId="2817945734" sldId="2147483691"/>
          </pc:sldLayoutMkLst>
        </pc:sldLayoutChg>
        <pc:sldLayoutChg chg="add del mod replId">
          <pc:chgData name="Nguyen, Tram Anh" userId="S::anguyen6@una.edu::bfb3b3ff-9d66-47fa-a8a1-aade41fb63d4" providerId="AD" clId="Web-{BC7A69ED-49EA-4C35-A72F-66EA3D06BC66}" dt="2022-11-20T01:43:44.137" v="36"/>
          <pc:sldLayoutMkLst>
            <pc:docMk/>
            <pc:sldMasterMk cId="3677184832" sldId="2147483690"/>
            <pc:sldLayoutMk cId="1302796160" sldId="2147483692"/>
          </pc:sldLayoutMkLst>
        </pc:sldLayoutChg>
        <pc:sldLayoutChg chg="add del mod replId">
          <pc:chgData name="Nguyen, Tram Anh" userId="S::anguyen6@una.edu::bfb3b3ff-9d66-47fa-a8a1-aade41fb63d4" providerId="AD" clId="Web-{BC7A69ED-49EA-4C35-A72F-66EA3D06BC66}" dt="2022-11-20T01:43:44.137" v="36"/>
          <pc:sldLayoutMkLst>
            <pc:docMk/>
            <pc:sldMasterMk cId="3677184832" sldId="2147483690"/>
            <pc:sldLayoutMk cId="1053221755" sldId="2147483693"/>
          </pc:sldLayoutMkLst>
        </pc:sldLayoutChg>
        <pc:sldLayoutChg chg="add del mod replId">
          <pc:chgData name="Nguyen, Tram Anh" userId="S::anguyen6@una.edu::bfb3b3ff-9d66-47fa-a8a1-aade41fb63d4" providerId="AD" clId="Web-{BC7A69ED-49EA-4C35-A72F-66EA3D06BC66}" dt="2022-11-20T01:43:44.137" v="36"/>
          <pc:sldLayoutMkLst>
            <pc:docMk/>
            <pc:sldMasterMk cId="3677184832" sldId="2147483690"/>
            <pc:sldLayoutMk cId="4154730455" sldId="2147483694"/>
          </pc:sldLayoutMkLst>
        </pc:sldLayoutChg>
        <pc:sldLayoutChg chg="add del mod replId">
          <pc:chgData name="Nguyen, Tram Anh" userId="S::anguyen6@una.edu::bfb3b3ff-9d66-47fa-a8a1-aade41fb63d4" providerId="AD" clId="Web-{BC7A69ED-49EA-4C35-A72F-66EA3D06BC66}" dt="2022-11-20T01:43:44.137" v="36"/>
          <pc:sldLayoutMkLst>
            <pc:docMk/>
            <pc:sldMasterMk cId="3677184832" sldId="2147483690"/>
            <pc:sldLayoutMk cId="269285069" sldId="2147483695"/>
          </pc:sldLayoutMkLst>
        </pc:sldLayoutChg>
        <pc:sldLayoutChg chg="add del mod replId">
          <pc:chgData name="Nguyen, Tram Anh" userId="S::anguyen6@una.edu::bfb3b3ff-9d66-47fa-a8a1-aade41fb63d4" providerId="AD" clId="Web-{BC7A69ED-49EA-4C35-A72F-66EA3D06BC66}" dt="2022-11-20T01:43:44.137" v="36"/>
          <pc:sldLayoutMkLst>
            <pc:docMk/>
            <pc:sldMasterMk cId="3677184832" sldId="2147483690"/>
            <pc:sldLayoutMk cId="278080923" sldId="2147483696"/>
          </pc:sldLayoutMkLst>
        </pc:sldLayoutChg>
        <pc:sldLayoutChg chg="add del mod replId">
          <pc:chgData name="Nguyen, Tram Anh" userId="S::anguyen6@una.edu::bfb3b3ff-9d66-47fa-a8a1-aade41fb63d4" providerId="AD" clId="Web-{BC7A69ED-49EA-4C35-A72F-66EA3D06BC66}" dt="2022-11-20T01:43:44.137" v="36"/>
          <pc:sldLayoutMkLst>
            <pc:docMk/>
            <pc:sldMasterMk cId="3677184832" sldId="2147483690"/>
            <pc:sldLayoutMk cId="2076748314" sldId="2147483697"/>
          </pc:sldLayoutMkLst>
        </pc:sldLayoutChg>
        <pc:sldLayoutChg chg="add del mod replId">
          <pc:chgData name="Nguyen, Tram Anh" userId="S::anguyen6@una.edu::bfb3b3ff-9d66-47fa-a8a1-aade41fb63d4" providerId="AD" clId="Web-{BC7A69ED-49EA-4C35-A72F-66EA3D06BC66}" dt="2022-11-20T01:43:44.137" v="36"/>
          <pc:sldLayoutMkLst>
            <pc:docMk/>
            <pc:sldMasterMk cId="3677184832" sldId="2147483690"/>
            <pc:sldLayoutMk cId="3415241506" sldId="2147483698"/>
          </pc:sldLayoutMkLst>
        </pc:sldLayoutChg>
        <pc:sldLayoutChg chg="add del mod replId">
          <pc:chgData name="Nguyen, Tram Anh" userId="S::anguyen6@una.edu::bfb3b3ff-9d66-47fa-a8a1-aade41fb63d4" providerId="AD" clId="Web-{BC7A69ED-49EA-4C35-A72F-66EA3D06BC66}" dt="2022-11-20T01:43:44.137" v="36"/>
          <pc:sldLayoutMkLst>
            <pc:docMk/>
            <pc:sldMasterMk cId="3677184832" sldId="2147483690"/>
            <pc:sldLayoutMk cId="806011113" sldId="2147483699"/>
          </pc:sldLayoutMkLst>
        </pc:sldLayoutChg>
        <pc:sldLayoutChg chg="add del mod replId">
          <pc:chgData name="Nguyen, Tram Anh" userId="S::anguyen6@una.edu::bfb3b3ff-9d66-47fa-a8a1-aade41fb63d4" providerId="AD" clId="Web-{BC7A69ED-49EA-4C35-A72F-66EA3D06BC66}" dt="2022-11-20T01:43:44.137" v="36"/>
          <pc:sldLayoutMkLst>
            <pc:docMk/>
            <pc:sldMasterMk cId="3677184832" sldId="2147483690"/>
            <pc:sldLayoutMk cId="2232318912" sldId="2147483700"/>
          </pc:sldLayoutMkLst>
        </pc:sldLayoutChg>
        <pc:sldLayoutChg chg="add del mod replId">
          <pc:chgData name="Nguyen, Tram Anh" userId="S::anguyen6@una.edu::bfb3b3ff-9d66-47fa-a8a1-aade41fb63d4" providerId="AD" clId="Web-{BC7A69ED-49EA-4C35-A72F-66EA3D06BC66}" dt="2022-11-20T01:43:44.137" v="36"/>
          <pc:sldLayoutMkLst>
            <pc:docMk/>
            <pc:sldMasterMk cId="3677184832" sldId="2147483690"/>
            <pc:sldLayoutMk cId="553886793" sldId="2147483701"/>
          </pc:sldLayoutMkLst>
        </pc:sldLayoutChg>
      </pc:sldMasterChg>
      <pc:sldMasterChg chg="add del addSldLayout delSldLayout modSldLayout">
        <pc:chgData name="Nguyen, Tram Anh" userId="S::anguyen6@una.edu::bfb3b3ff-9d66-47fa-a8a1-aade41fb63d4" providerId="AD" clId="Web-{BC7A69ED-49EA-4C35-A72F-66EA3D06BC66}" dt="2022-11-20T01:43:14.558" v="34"/>
        <pc:sldMasterMkLst>
          <pc:docMk/>
          <pc:sldMasterMk cId="3884358529" sldId="2147483690"/>
        </pc:sldMasterMkLst>
        <pc:sldLayoutChg chg="add del mod replId">
          <pc:chgData name="Nguyen, Tram Anh" userId="S::anguyen6@una.edu::bfb3b3ff-9d66-47fa-a8a1-aade41fb63d4" providerId="AD" clId="Web-{BC7A69ED-49EA-4C35-A72F-66EA3D06BC66}" dt="2022-11-20T01:43:14.558" v="34"/>
          <pc:sldLayoutMkLst>
            <pc:docMk/>
            <pc:sldMasterMk cId="3884358529" sldId="2147483690"/>
            <pc:sldLayoutMk cId="4119431274" sldId="2147483691"/>
          </pc:sldLayoutMkLst>
        </pc:sldLayoutChg>
        <pc:sldLayoutChg chg="add del mod replId">
          <pc:chgData name="Nguyen, Tram Anh" userId="S::anguyen6@una.edu::bfb3b3ff-9d66-47fa-a8a1-aade41fb63d4" providerId="AD" clId="Web-{BC7A69ED-49EA-4C35-A72F-66EA3D06BC66}" dt="2022-11-20T01:43:14.558" v="34"/>
          <pc:sldLayoutMkLst>
            <pc:docMk/>
            <pc:sldMasterMk cId="3884358529" sldId="2147483690"/>
            <pc:sldLayoutMk cId="3653059799" sldId="2147483692"/>
          </pc:sldLayoutMkLst>
        </pc:sldLayoutChg>
        <pc:sldLayoutChg chg="add del mod replId">
          <pc:chgData name="Nguyen, Tram Anh" userId="S::anguyen6@una.edu::bfb3b3ff-9d66-47fa-a8a1-aade41fb63d4" providerId="AD" clId="Web-{BC7A69ED-49EA-4C35-A72F-66EA3D06BC66}" dt="2022-11-20T01:43:14.558" v="34"/>
          <pc:sldLayoutMkLst>
            <pc:docMk/>
            <pc:sldMasterMk cId="3884358529" sldId="2147483690"/>
            <pc:sldLayoutMk cId="4218950929" sldId="2147483693"/>
          </pc:sldLayoutMkLst>
        </pc:sldLayoutChg>
        <pc:sldLayoutChg chg="add del mod replId">
          <pc:chgData name="Nguyen, Tram Anh" userId="S::anguyen6@una.edu::bfb3b3ff-9d66-47fa-a8a1-aade41fb63d4" providerId="AD" clId="Web-{BC7A69ED-49EA-4C35-A72F-66EA3D06BC66}" dt="2022-11-20T01:43:14.558" v="34"/>
          <pc:sldLayoutMkLst>
            <pc:docMk/>
            <pc:sldMasterMk cId="3884358529" sldId="2147483690"/>
            <pc:sldLayoutMk cId="3164099497" sldId="2147483694"/>
          </pc:sldLayoutMkLst>
        </pc:sldLayoutChg>
        <pc:sldLayoutChg chg="add del mod replId">
          <pc:chgData name="Nguyen, Tram Anh" userId="S::anguyen6@una.edu::bfb3b3ff-9d66-47fa-a8a1-aade41fb63d4" providerId="AD" clId="Web-{BC7A69ED-49EA-4C35-A72F-66EA3D06BC66}" dt="2022-11-20T01:43:14.558" v="34"/>
          <pc:sldLayoutMkLst>
            <pc:docMk/>
            <pc:sldMasterMk cId="3884358529" sldId="2147483690"/>
            <pc:sldLayoutMk cId="147835273" sldId="2147483695"/>
          </pc:sldLayoutMkLst>
        </pc:sldLayoutChg>
        <pc:sldLayoutChg chg="add del mod replId">
          <pc:chgData name="Nguyen, Tram Anh" userId="S::anguyen6@una.edu::bfb3b3ff-9d66-47fa-a8a1-aade41fb63d4" providerId="AD" clId="Web-{BC7A69ED-49EA-4C35-A72F-66EA3D06BC66}" dt="2022-11-20T01:43:14.558" v="34"/>
          <pc:sldLayoutMkLst>
            <pc:docMk/>
            <pc:sldMasterMk cId="3884358529" sldId="2147483690"/>
            <pc:sldLayoutMk cId="3226925031" sldId="2147483696"/>
          </pc:sldLayoutMkLst>
        </pc:sldLayoutChg>
        <pc:sldLayoutChg chg="add del mod replId">
          <pc:chgData name="Nguyen, Tram Anh" userId="S::anguyen6@una.edu::bfb3b3ff-9d66-47fa-a8a1-aade41fb63d4" providerId="AD" clId="Web-{BC7A69ED-49EA-4C35-A72F-66EA3D06BC66}" dt="2022-11-20T01:43:14.558" v="34"/>
          <pc:sldLayoutMkLst>
            <pc:docMk/>
            <pc:sldMasterMk cId="3884358529" sldId="2147483690"/>
            <pc:sldLayoutMk cId="1413338087" sldId="2147483697"/>
          </pc:sldLayoutMkLst>
        </pc:sldLayoutChg>
        <pc:sldLayoutChg chg="add del mod replId">
          <pc:chgData name="Nguyen, Tram Anh" userId="S::anguyen6@una.edu::bfb3b3ff-9d66-47fa-a8a1-aade41fb63d4" providerId="AD" clId="Web-{BC7A69ED-49EA-4C35-A72F-66EA3D06BC66}" dt="2022-11-20T01:43:14.558" v="34"/>
          <pc:sldLayoutMkLst>
            <pc:docMk/>
            <pc:sldMasterMk cId="3884358529" sldId="2147483690"/>
            <pc:sldLayoutMk cId="3664089394" sldId="2147483698"/>
          </pc:sldLayoutMkLst>
        </pc:sldLayoutChg>
        <pc:sldLayoutChg chg="add del mod replId">
          <pc:chgData name="Nguyen, Tram Anh" userId="S::anguyen6@una.edu::bfb3b3ff-9d66-47fa-a8a1-aade41fb63d4" providerId="AD" clId="Web-{BC7A69ED-49EA-4C35-A72F-66EA3D06BC66}" dt="2022-11-20T01:43:14.558" v="34"/>
          <pc:sldLayoutMkLst>
            <pc:docMk/>
            <pc:sldMasterMk cId="3884358529" sldId="2147483690"/>
            <pc:sldLayoutMk cId="2055194993" sldId="2147483699"/>
          </pc:sldLayoutMkLst>
        </pc:sldLayoutChg>
        <pc:sldLayoutChg chg="add del mod replId">
          <pc:chgData name="Nguyen, Tram Anh" userId="S::anguyen6@una.edu::bfb3b3ff-9d66-47fa-a8a1-aade41fb63d4" providerId="AD" clId="Web-{BC7A69ED-49EA-4C35-A72F-66EA3D06BC66}" dt="2022-11-20T01:43:14.558" v="34"/>
          <pc:sldLayoutMkLst>
            <pc:docMk/>
            <pc:sldMasterMk cId="3884358529" sldId="2147483690"/>
            <pc:sldLayoutMk cId="1377813429" sldId="2147483700"/>
          </pc:sldLayoutMkLst>
        </pc:sldLayoutChg>
        <pc:sldLayoutChg chg="add del mod replId">
          <pc:chgData name="Nguyen, Tram Anh" userId="S::anguyen6@una.edu::bfb3b3ff-9d66-47fa-a8a1-aade41fb63d4" providerId="AD" clId="Web-{BC7A69ED-49EA-4C35-A72F-66EA3D06BC66}" dt="2022-11-20T01:43:14.558" v="34"/>
          <pc:sldLayoutMkLst>
            <pc:docMk/>
            <pc:sldMasterMk cId="3884358529" sldId="2147483690"/>
            <pc:sldLayoutMk cId="3217841802" sldId="2147483701"/>
          </pc:sldLayoutMkLst>
        </pc:sldLayoutChg>
        <pc:sldLayoutChg chg="add del mod replId">
          <pc:chgData name="Nguyen, Tram Anh" userId="S::anguyen6@una.edu::bfb3b3ff-9d66-47fa-a8a1-aade41fb63d4" providerId="AD" clId="Web-{BC7A69ED-49EA-4C35-A72F-66EA3D06BC66}" dt="2022-11-20T01:43:14.558" v="34"/>
          <pc:sldLayoutMkLst>
            <pc:docMk/>
            <pc:sldMasterMk cId="3884358529" sldId="2147483690"/>
            <pc:sldLayoutMk cId="1609758597" sldId="2147483702"/>
          </pc:sldLayoutMkLst>
        </pc:sldLayoutChg>
        <pc:sldLayoutChg chg="add del mod replId">
          <pc:chgData name="Nguyen, Tram Anh" userId="S::anguyen6@una.edu::bfb3b3ff-9d66-47fa-a8a1-aade41fb63d4" providerId="AD" clId="Web-{BC7A69ED-49EA-4C35-A72F-66EA3D06BC66}" dt="2022-11-20T01:43:14.558" v="34"/>
          <pc:sldLayoutMkLst>
            <pc:docMk/>
            <pc:sldMasterMk cId="3884358529" sldId="2147483690"/>
            <pc:sldLayoutMk cId="4055997025" sldId="2147483703"/>
          </pc:sldLayoutMkLst>
        </pc:sldLayoutChg>
        <pc:sldLayoutChg chg="add del mod replId">
          <pc:chgData name="Nguyen, Tram Anh" userId="S::anguyen6@una.edu::bfb3b3ff-9d66-47fa-a8a1-aade41fb63d4" providerId="AD" clId="Web-{BC7A69ED-49EA-4C35-A72F-66EA3D06BC66}" dt="2022-11-20T01:43:14.558" v="34"/>
          <pc:sldLayoutMkLst>
            <pc:docMk/>
            <pc:sldMasterMk cId="3884358529" sldId="2147483690"/>
            <pc:sldLayoutMk cId="1682603146" sldId="2147483704"/>
          </pc:sldLayoutMkLst>
        </pc:sldLayoutChg>
        <pc:sldLayoutChg chg="add del mod replId">
          <pc:chgData name="Nguyen, Tram Anh" userId="S::anguyen6@una.edu::bfb3b3ff-9d66-47fa-a8a1-aade41fb63d4" providerId="AD" clId="Web-{BC7A69ED-49EA-4C35-A72F-66EA3D06BC66}" dt="2022-11-20T01:43:14.558" v="34"/>
          <pc:sldLayoutMkLst>
            <pc:docMk/>
            <pc:sldMasterMk cId="3884358529" sldId="2147483690"/>
            <pc:sldLayoutMk cId="1075446255" sldId="2147483705"/>
          </pc:sldLayoutMkLst>
        </pc:sldLayoutChg>
        <pc:sldLayoutChg chg="add del mod replId">
          <pc:chgData name="Nguyen, Tram Anh" userId="S::anguyen6@una.edu::bfb3b3ff-9d66-47fa-a8a1-aade41fb63d4" providerId="AD" clId="Web-{BC7A69ED-49EA-4C35-A72F-66EA3D06BC66}" dt="2022-11-20T01:43:14.558" v="34"/>
          <pc:sldLayoutMkLst>
            <pc:docMk/>
            <pc:sldMasterMk cId="3884358529" sldId="2147483690"/>
            <pc:sldLayoutMk cId="4175574960" sldId="2147483706"/>
          </pc:sldLayoutMkLst>
        </pc:sldLayoutChg>
        <pc:sldLayoutChg chg="add del mod replId">
          <pc:chgData name="Nguyen, Tram Anh" userId="S::anguyen6@una.edu::bfb3b3ff-9d66-47fa-a8a1-aade41fb63d4" providerId="AD" clId="Web-{BC7A69ED-49EA-4C35-A72F-66EA3D06BC66}" dt="2022-11-20T01:43:14.558" v="34"/>
          <pc:sldLayoutMkLst>
            <pc:docMk/>
            <pc:sldMasterMk cId="3884358529" sldId="2147483690"/>
            <pc:sldLayoutMk cId="421844996" sldId="2147483707"/>
          </pc:sldLayoutMkLst>
        </pc:sldLayoutChg>
      </pc:sldMasterChg>
    </pc:docChg>
  </pc:docChgLst>
  <pc:docChgLst>
    <pc:chgData clId="Web-{9377A899-BDE1-4117-908D-8EA703199320}"/>
    <pc:docChg chg="modSld">
      <pc:chgData name="" userId="" providerId="" clId="Web-{9377A899-BDE1-4117-908D-8EA703199320}" dt="2022-11-20T23:38:12.626" v="1"/>
      <pc:docMkLst>
        <pc:docMk/>
      </pc:docMkLst>
      <pc:sldChg chg="addSp modSp">
        <pc:chgData name="" userId="" providerId="" clId="Web-{9377A899-BDE1-4117-908D-8EA703199320}" dt="2022-11-20T23:38:12.626" v="1"/>
        <pc:sldMkLst>
          <pc:docMk/>
          <pc:sldMk cId="109857222" sldId="256"/>
        </pc:sldMkLst>
        <pc:spChg chg="add mod">
          <ac:chgData name="" userId="" providerId="" clId="Web-{9377A899-BDE1-4117-908D-8EA703199320}" dt="2022-11-20T23:38:12.626" v="1"/>
          <ac:spMkLst>
            <pc:docMk/>
            <pc:sldMk cId="109857222" sldId="256"/>
            <ac:spMk id="5" creationId="{142C9981-C59C-FAF9-8D06-CA1E9FF665E4}"/>
          </ac:spMkLst>
        </pc:spChg>
      </pc:sldChg>
    </pc:docChg>
  </pc:docChgLst>
  <pc:docChgLst>
    <pc:chgData name="Stokes, Anna Elaine" userId="S::astokes1@una.edu::ab67b06d-c838-4eb8-8fea-58952e0b024c" providerId="AD" clId="Web-{C9C8BC71-6902-4608-9992-C370E9D5F90D}"/>
    <pc:docChg chg="modSld">
      <pc:chgData name="Stokes, Anna Elaine" userId="S::astokes1@una.edu::ab67b06d-c838-4eb8-8fea-58952e0b024c" providerId="AD" clId="Web-{C9C8BC71-6902-4608-9992-C370E9D5F90D}" dt="2022-11-19T00:53:52.569" v="320" actId="20577"/>
      <pc:docMkLst>
        <pc:docMk/>
      </pc:docMkLst>
      <pc:sldChg chg="modSp">
        <pc:chgData name="Stokes, Anna Elaine" userId="S::astokes1@una.edu::ab67b06d-c838-4eb8-8fea-58952e0b024c" providerId="AD" clId="Web-{C9C8BC71-6902-4608-9992-C370E9D5F90D}" dt="2022-11-19T00:33:55.882" v="100" actId="1076"/>
        <pc:sldMkLst>
          <pc:docMk/>
          <pc:sldMk cId="4233169139" sldId="257"/>
        </pc:sldMkLst>
        <pc:spChg chg="mod">
          <ac:chgData name="Stokes, Anna Elaine" userId="S::astokes1@una.edu::ab67b06d-c838-4eb8-8fea-58952e0b024c" providerId="AD" clId="Web-{C9C8BC71-6902-4608-9992-C370E9D5F90D}" dt="2022-11-19T00:33:55.882" v="100" actId="1076"/>
          <ac:spMkLst>
            <pc:docMk/>
            <pc:sldMk cId="4233169139" sldId="257"/>
            <ac:spMk id="4" creationId="{1BD5A9C9-4227-216D-3A39-9363AB4FE0A9}"/>
          </ac:spMkLst>
        </pc:spChg>
      </pc:sldChg>
      <pc:sldChg chg="modSp">
        <pc:chgData name="Stokes, Anna Elaine" userId="S::astokes1@una.edu::ab67b06d-c838-4eb8-8fea-58952e0b024c" providerId="AD" clId="Web-{C9C8BC71-6902-4608-9992-C370E9D5F90D}" dt="2022-11-19T00:33:38.835" v="99" actId="20577"/>
        <pc:sldMkLst>
          <pc:docMk/>
          <pc:sldMk cId="343823991" sldId="258"/>
        </pc:sldMkLst>
        <pc:spChg chg="mod">
          <ac:chgData name="Stokes, Anna Elaine" userId="S::astokes1@una.edu::ab67b06d-c838-4eb8-8fea-58952e0b024c" providerId="AD" clId="Web-{C9C8BC71-6902-4608-9992-C370E9D5F90D}" dt="2022-11-19T00:33:38.835" v="99" actId="20577"/>
          <ac:spMkLst>
            <pc:docMk/>
            <pc:sldMk cId="343823991" sldId="258"/>
            <ac:spMk id="4" creationId="{D552E648-5D62-B1C1-6363-9A406B0E08BF}"/>
          </ac:spMkLst>
        </pc:spChg>
      </pc:sldChg>
      <pc:sldChg chg="modSp">
        <pc:chgData name="Stokes, Anna Elaine" userId="S::astokes1@una.edu::ab67b06d-c838-4eb8-8fea-58952e0b024c" providerId="AD" clId="Web-{C9C8BC71-6902-4608-9992-C370E9D5F90D}" dt="2022-11-19T00:39:30.470" v="193" actId="1076"/>
        <pc:sldMkLst>
          <pc:docMk/>
          <pc:sldMk cId="2301760200" sldId="259"/>
        </pc:sldMkLst>
        <pc:spChg chg="mod">
          <ac:chgData name="Stokes, Anna Elaine" userId="S::astokes1@una.edu::ab67b06d-c838-4eb8-8fea-58952e0b024c" providerId="AD" clId="Web-{C9C8BC71-6902-4608-9992-C370E9D5F90D}" dt="2022-11-19T00:39:30.470" v="193" actId="1076"/>
          <ac:spMkLst>
            <pc:docMk/>
            <pc:sldMk cId="2301760200" sldId="259"/>
            <ac:spMk id="6" creationId="{9A60A19B-24F4-A24A-8AA6-572233BC553D}"/>
          </ac:spMkLst>
        </pc:spChg>
      </pc:sldChg>
      <pc:sldChg chg="modSp">
        <pc:chgData name="Stokes, Anna Elaine" userId="S::astokes1@una.edu::ab67b06d-c838-4eb8-8fea-58952e0b024c" providerId="AD" clId="Web-{C9C8BC71-6902-4608-9992-C370E9D5F90D}" dt="2022-11-19T00:44:06.852" v="243" actId="1076"/>
        <pc:sldMkLst>
          <pc:docMk/>
          <pc:sldMk cId="3990520136" sldId="261"/>
        </pc:sldMkLst>
        <pc:spChg chg="mod">
          <ac:chgData name="Stokes, Anna Elaine" userId="S::astokes1@una.edu::ab67b06d-c838-4eb8-8fea-58952e0b024c" providerId="AD" clId="Web-{C9C8BC71-6902-4608-9992-C370E9D5F90D}" dt="2022-11-19T00:44:06.852" v="243" actId="1076"/>
          <ac:spMkLst>
            <pc:docMk/>
            <pc:sldMk cId="3990520136" sldId="261"/>
            <ac:spMk id="4" creationId="{8A7BC5E1-BE2B-7FD2-E942-5F9DB0DD7E17}"/>
          </ac:spMkLst>
        </pc:spChg>
      </pc:sldChg>
      <pc:sldChg chg="modSp">
        <pc:chgData name="Stokes, Anna Elaine" userId="S::astokes1@una.edu::ab67b06d-c838-4eb8-8fea-58952e0b024c" providerId="AD" clId="Web-{C9C8BC71-6902-4608-9992-C370E9D5F90D}" dt="2022-11-19T00:53:52.569" v="320" actId="20577"/>
        <pc:sldMkLst>
          <pc:docMk/>
          <pc:sldMk cId="1647579820" sldId="263"/>
        </pc:sldMkLst>
        <pc:spChg chg="mod">
          <ac:chgData name="Stokes, Anna Elaine" userId="S::astokes1@una.edu::ab67b06d-c838-4eb8-8fea-58952e0b024c" providerId="AD" clId="Web-{C9C8BC71-6902-4608-9992-C370E9D5F90D}" dt="2022-11-19T00:53:52.569" v="320" actId="20577"/>
          <ac:spMkLst>
            <pc:docMk/>
            <pc:sldMk cId="1647579820" sldId="263"/>
            <ac:spMk id="3" creationId="{0289AD1F-96F9-4DB8-3FDC-06E05D4F4007}"/>
          </ac:spMkLst>
        </pc:spChg>
      </pc:sldChg>
    </pc:docChg>
  </pc:docChgLst>
  <pc:docChgLst>
    <pc:chgData name="Strachan, Chase Aaron" userId="S::cstrachan@una.edu::74c98308-7ed2-4c16-bd38-218855b23dc7" providerId="AD" clId="Web-{F537E6BC-8A2A-4B9E-9E16-B3704A8B3294}"/>
    <pc:docChg chg="addSld modSld sldOrd">
      <pc:chgData name="Strachan, Chase Aaron" userId="S::cstrachan@una.edu::74c98308-7ed2-4c16-bd38-218855b23dc7" providerId="AD" clId="Web-{F537E6BC-8A2A-4B9E-9E16-B3704A8B3294}" dt="2022-11-19T00:55:38.151" v="1065"/>
      <pc:docMkLst>
        <pc:docMk/>
      </pc:docMkLst>
      <pc:sldChg chg="delSp modSp">
        <pc:chgData name="Strachan, Chase Aaron" userId="S::cstrachan@una.edu::74c98308-7ed2-4c16-bd38-218855b23dc7" providerId="AD" clId="Web-{F537E6BC-8A2A-4B9E-9E16-B3704A8B3294}" dt="2022-11-19T00:02:46.894" v="14"/>
        <pc:sldMkLst>
          <pc:docMk/>
          <pc:sldMk cId="109857222" sldId="256"/>
        </pc:sldMkLst>
        <pc:spChg chg="mod">
          <ac:chgData name="Strachan, Chase Aaron" userId="S::cstrachan@una.edu::74c98308-7ed2-4c16-bd38-218855b23dc7" providerId="AD" clId="Web-{F537E6BC-8A2A-4B9E-9E16-B3704A8B3294}" dt="2022-11-19T00:00:52.813" v="8" actId="20577"/>
          <ac:spMkLst>
            <pc:docMk/>
            <pc:sldMk cId="109857222" sldId="256"/>
            <ac:spMk id="2" creationId="{00000000-0000-0000-0000-000000000000}"/>
          </ac:spMkLst>
        </pc:spChg>
        <pc:spChg chg="del mod">
          <ac:chgData name="Strachan, Chase Aaron" userId="S::cstrachan@una.edu::74c98308-7ed2-4c16-bd38-218855b23dc7" providerId="AD" clId="Web-{F537E6BC-8A2A-4B9E-9E16-B3704A8B3294}" dt="2022-11-19T00:02:46.894" v="14"/>
          <ac:spMkLst>
            <pc:docMk/>
            <pc:sldMk cId="109857222" sldId="256"/>
            <ac:spMk id="3" creationId="{00000000-0000-0000-0000-000000000000}"/>
          </ac:spMkLst>
        </pc:spChg>
      </pc:sldChg>
      <pc:sldChg chg="addSp modSp new">
        <pc:chgData name="Strachan, Chase Aaron" userId="S::cstrachan@una.edu::74c98308-7ed2-4c16-bd38-218855b23dc7" providerId="AD" clId="Web-{F537E6BC-8A2A-4B9E-9E16-B3704A8B3294}" dt="2022-11-19T00:44:01.020" v="1039" actId="14100"/>
        <pc:sldMkLst>
          <pc:docMk/>
          <pc:sldMk cId="4233169139" sldId="257"/>
        </pc:sldMkLst>
        <pc:spChg chg="mod">
          <ac:chgData name="Strachan, Chase Aaron" userId="S::cstrachan@una.edu::74c98308-7ed2-4c16-bd38-218855b23dc7" providerId="AD" clId="Web-{F537E6BC-8A2A-4B9E-9E16-B3704A8B3294}" dt="2022-11-19T00:04:45.756" v="23" actId="20577"/>
          <ac:spMkLst>
            <pc:docMk/>
            <pc:sldMk cId="4233169139" sldId="257"/>
            <ac:spMk id="2" creationId="{7CA525F0-936C-5BA3-6B32-C7C83AE7995B}"/>
          </ac:spMkLst>
        </pc:spChg>
        <pc:spChg chg="mod">
          <ac:chgData name="Strachan, Chase Aaron" userId="S::cstrachan@una.edu::74c98308-7ed2-4c16-bd38-218855b23dc7" providerId="AD" clId="Web-{F537E6BC-8A2A-4B9E-9E16-B3704A8B3294}" dt="2022-11-19T00:05:21.132" v="26" actId="14100"/>
          <ac:spMkLst>
            <pc:docMk/>
            <pc:sldMk cId="4233169139" sldId="257"/>
            <ac:spMk id="3" creationId="{23C4E3D3-29C8-E0B4-587D-6AC08CFA0E78}"/>
          </ac:spMkLst>
        </pc:spChg>
        <pc:spChg chg="add mod">
          <ac:chgData name="Strachan, Chase Aaron" userId="S::cstrachan@una.edu::74c98308-7ed2-4c16-bd38-218855b23dc7" providerId="AD" clId="Web-{F537E6BC-8A2A-4B9E-9E16-B3704A8B3294}" dt="2022-11-19T00:44:01.020" v="1039" actId="14100"/>
          <ac:spMkLst>
            <pc:docMk/>
            <pc:sldMk cId="4233169139" sldId="257"/>
            <ac:spMk id="4" creationId="{1BD5A9C9-4227-216D-3A39-9363AB4FE0A9}"/>
          </ac:spMkLst>
        </pc:spChg>
        <pc:picChg chg="mod">
          <ac:chgData name="Strachan, Chase Aaron" userId="S::cstrachan@una.edu::74c98308-7ed2-4c16-bd38-218855b23dc7" providerId="AD" clId="Web-{F537E6BC-8A2A-4B9E-9E16-B3704A8B3294}" dt="2022-11-19T00:43:24.737" v="1031" actId="1076"/>
          <ac:picMkLst>
            <pc:docMk/>
            <pc:sldMk cId="4233169139" sldId="257"/>
            <ac:picMk id="5" creationId="{6C8396F8-640A-DE1E-0A3D-4D1EB8C83E45}"/>
          </ac:picMkLst>
        </pc:picChg>
        <pc:picChg chg="mod">
          <ac:chgData name="Strachan, Chase Aaron" userId="S::cstrachan@una.edu::74c98308-7ed2-4c16-bd38-218855b23dc7" providerId="AD" clId="Web-{F537E6BC-8A2A-4B9E-9E16-B3704A8B3294}" dt="2022-11-19T00:43:27.066" v="1032" actId="1076"/>
          <ac:picMkLst>
            <pc:docMk/>
            <pc:sldMk cId="4233169139" sldId="257"/>
            <ac:picMk id="6" creationId="{743DA81A-20E4-B099-6850-1FBD99C2672D}"/>
          </ac:picMkLst>
        </pc:picChg>
      </pc:sldChg>
      <pc:sldChg chg="addSp delSp modSp new">
        <pc:chgData name="Strachan, Chase Aaron" userId="S::cstrachan@una.edu::74c98308-7ed2-4c16-bd38-218855b23dc7" providerId="AD" clId="Web-{F537E6BC-8A2A-4B9E-9E16-B3704A8B3294}" dt="2022-11-19T00:21:08.157" v="206"/>
        <pc:sldMkLst>
          <pc:docMk/>
          <pc:sldMk cId="343823991" sldId="258"/>
        </pc:sldMkLst>
        <pc:picChg chg="add del mod">
          <ac:chgData name="Strachan, Chase Aaron" userId="S::cstrachan@una.edu::74c98308-7ed2-4c16-bd38-218855b23dc7" providerId="AD" clId="Web-{F537E6BC-8A2A-4B9E-9E16-B3704A8B3294}" dt="2022-11-19T00:21:08.157" v="206"/>
          <ac:picMkLst>
            <pc:docMk/>
            <pc:sldMk cId="343823991" sldId="258"/>
            <ac:picMk id="7" creationId="{53356E46-5E9F-30F2-13CB-EDAD3C9C5CB9}"/>
          </ac:picMkLst>
        </pc:picChg>
      </pc:sldChg>
      <pc:sldChg chg="addSp delSp modSp new">
        <pc:chgData name="Strachan, Chase Aaron" userId="S::cstrachan@una.edu::74c98308-7ed2-4c16-bd38-218855b23dc7" providerId="AD" clId="Web-{F537E6BC-8A2A-4B9E-9E16-B3704A8B3294}" dt="2022-11-19T00:38:39.996" v="804"/>
        <pc:sldMkLst>
          <pc:docMk/>
          <pc:sldMk cId="2301760200" sldId="259"/>
        </pc:sldMkLst>
        <pc:spChg chg="mod">
          <ac:chgData name="Strachan, Chase Aaron" userId="S::cstrachan@una.edu::74c98308-7ed2-4c16-bd38-218855b23dc7" providerId="AD" clId="Web-{F537E6BC-8A2A-4B9E-9E16-B3704A8B3294}" dt="2022-11-19T00:22:48.190" v="251" actId="20577"/>
          <ac:spMkLst>
            <pc:docMk/>
            <pc:sldMk cId="2301760200" sldId="259"/>
            <ac:spMk id="2" creationId="{CEBC0076-C73D-EE29-788D-2682A364E054}"/>
          </ac:spMkLst>
        </pc:spChg>
        <pc:spChg chg="del mod">
          <ac:chgData name="Strachan, Chase Aaron" userId="S::cstrachan@una.edu::74c98308-7ed2-4c16-bd38-218855b23dc7" providerId="AD" clId="Web-{F537E6BC-8A2A-4B9E-9E16-B3704A8B3294}" dt="2022-11-19T00:23:32.551" v="252"/>
          <ac:spMkLst>
            <pc:docMk/>
            <pc:sldMk cId="2301760200" sldId="259"/>
            <ac:spMk id="3" creationId="{A33F7FC5-1E38-28E8-3133-0C31EB3E497C}"/>
          </ac:spMkLst>
        </pc:spChg>
        <pc:spChg chg="add mod">
          <ac:chgData name="Strachan, Chase Aaron" userId="S::cstrachan@una.edu::74c98308-7ed2-4c16-bd38-218855b23dc7" providerId="AD" clId="Web-{F537E6BC-8A2A-4B9E-9E16-B3704A8B3294}" dt="2022-11-19T00:30:31.030" v="477" actId="1076"/>
          <ac:spMkLst>
            <pc:docMk/>
            <pc:sldMk cId="2301760200" sldId="259"/>
            <ac:spMk id="6" creationId="{9A60A19B-24F4-A24A-8AA6-572233BC553D}"/>
          </ac:spMkLst>
        </pc:spChg>
        <pc:picChg chg="add mod ord">
          <ac:chgData name="Strachan, Chase Aaron" userId="S::cstrachan@una.edu::74c98308-7ed2-4c16-bd38-218855b23dc7" providerId="AD" clId="Web-{F537E6BC-8A2A-4B9E-9E16-B3704A8B3294}" dt="2022-11-19T00:29:43.654" v="466" actId="1076"/>
          <ac:picMkLst>
            <pc:docMk/>
            <pc:sldMk cId="2301760200" sldId="259"/>
            <ac:picMk id="4" creationId="{39C94F5F-7811-0565-0CCD-AED1F43C4353}"/>
          </ac:picMkLst>
        </pc:picChg>
        <pc:picChg chg="add mod">
          <ac:chgData name="Strachan, Chase Aaron" userId="S::cstrachan@una.edu::74c98308-7ed2-4c16-bd38-218855b23dc7" providerId="AD" clId="Web-{F537E6BC-8A2A-4B9E-9E16-B3704A8B3294}" dt="2022-11-19T00:30:04.936" v="472" actId="1076"/>
          <ac:picMkLst>
            <pc:docMk/>
            <pc:sldMk cId="2301760200" sldId="259"/>
            <ac:picMk id="5" creationId="{34A09491-5252-5CC7-51A3-678D60D1166F}"/>
          </ac:picMkLst>
        </pc:picChg>
        <pc:picChg chg="add mod">
          <ac:chgData name="Strachan, Chase Aaron" userId="S::cstrachan@una.edu::74c98308-7ed2-4c16-bd38-218855b23dc7" providerId="AD" clId="Web-{F537E6BC-8A2A-4B9E-9E16-B3704A8B3294}" dt="2022-11-19T00:30:36.109" v="478" actId="14100"/>
          <ac:picMkLst>
            <pc:docMk/>
            <pc:sldMk cId="2301760200" sldId="259"/>
            <ac:picMk id="7" creationId="{040F8587-7A7E-5F2A-3887-A335E2049FA7}"/>
          </ac:picMkLst>
        </pc:picChg>
        <pc:picChg chg="add del mod">
          <ac:chgData name="Strachan, Chase Aaron" userId="S::cstrachan@una.edu::74c98308-7ed2-4c16-bd38-218855b23dc7" providerId="AD" clId="Web-{F537E6BC-8A2A-4B9E-9E16-B3704A8B3294}" dt="2022-11-19T00:38:39.996" v="804"/>
          <ac:picMkLst>
            <pc:docMk/>
            <pc:sldMk cId="2301760200" sldId="259"/>
            <ac:picMk id="8" creationId="{2ABD4E4D-AAA8-321D-6F00-B1E0A0D794BB}"/>
          </ac:picMkLst>
        </pc:picChg>
      </pc:sldChg>
      <pc:sldChg chg="addSp delSp modSp new">
        <pc:chgData name="Strachan, Chase Aaron" userId="S::cstrachan@una.edu::74c98308-7ed2-4c16-bd38-218855b23dc7" providerId="AD" clId="Web-{F537E6BC-8A2A-4B9E-9E16-B3704A8B3294}" dt="2022-11-19T00:44:20.583" v="1043" actId="14100"/>
        <pc:sldMkLst>
          <pc:docMk/>
          <pc:sldMk cId="3307118049" sldId="260"/>
        </pc:sldMkLst>
        <pc:spChg chg="mod">
          <ac:chgData name="Strachan, Chase Aaron" userId="S::cstrachan@una.edu::74c98308-7ed2-4c16-bd38-218855b23dc7" providerId="AD" clId="Web-{F537E6BC-8A2A-4B9E-9E16-B3704A8B3294}" dt="2022-11-19T00:28:03.136" v="457" actId="20577"/>
          <ac:spMkLst>
            <pc:docMk/>
            <pc:sldMk cId="3307118049" sldId="260"/>
            <ac:spMk id="2" creationId="{6903673B-27A7-5AF0-68D3-7CDBBA307162}"/>
          </ac:spMkLst>
        </pc:spChg>
        <pc:spChg chg="del mod">
          <ac:chgData name="Strachan, Chase Aaron" userId="S::cstrachan@una.edu::74c98308-7ed2-4c16-bd38-218855b23dc7" providerId="AD" clId="Web-{F537E6BC-8A2A-4B9E-9E16-B3704A8B3294}" dt="2022-11-19T00:31:30.126" v="479"/>
          <ac:spMkLst>
            <pc:docMk/>
            <pc:sldMk cId="3307118049" sldId="260"/>
            <ac:spMk id="3" creationId="{6F60BFB3-AD7E-0C89-707E-E2E7B1F266F2}"/>
          </ac:spMkLst>
        </pc:spChg>
        <pc:spChg chg="add mod">
          <ac:chgData name="Strachan, Chase Aaron" userId="S::cstrachan@una.edu::74c98308-7ed2-4c16-bd38-218855b23dc7" providerId="AD" clId="Web-{F537E6BC-8A2A-4B9E-9E16-B3704A8B3294}" dt="2022-11-19T00:44:20.583" v="1043" actId="14100"/>
          <ac:spMkLst>
            <pc:docMk/>
            <pc:sldMk cId="3307118049" sldId="260"/>
            <ac:spMk id="4" creationId="{B98E7650-F294-8E03-E567-6397916F7765}"/>
          </ac:spMkLst>
        </pc:spChg>
        <pc:picChg chg="add mod ord">
          <ac:chgData name="Strachan, Chase Aaron" userId="S::cstrachan@una.edu::74c98308-7ed2-4c16-bd38-218855b23dc7" providerId="AD" clId="Web-{F537E6BC-8A2A-4B9E-9E16-B3704A8B3294}" dt="2022-11-19T00:40:04.482" v="816" actId="14100"/>
          <ac:picMkLst>
            <pc:docMk/>
            <pc:sldMk cId="3307118049" sldId="260"/>
            <ac:picMk id="5" creationId="{A66AD2D5-7F9D-FCB2-9F5E-EECDA628DB1B}"/>
          </ac:picMkLst>
        </pc:picChg>
        <pc:picChg chg="add del mod">
          <ac:chgData name="Strachan, Chase Aaron" userId="S::cstrachan@una.edu::74c98308-7ed2-4c16-bd38-218855b23dc7" providerId="AD" clId="Web-{F537E6BC-8A2A-4B9E-9E16-B3704A8B3294}" dt="2022-11-19T00:39:26.231" v="813"/>
          <ac:picMkLst>
            <pc:docMk/>
            <pc:sldMk cId="3307118049" sldId="260"/>
            <ac:picMk id="6" creationId="{49FAB8AE-1E16-658D-3D3C-9581E1BDF0A6}"/>
          </ac:picMkLst>
        </pc:picChg>
        <pc:picChg chg="add mod">
          <ac:chgData name="Strachan, Chase Aaron" userId="S::cstrachan@una.edu::74c98308-7ed2-4c16-bd38-218855b23dc7" providerId="AD" clId="Web-{F537E6BC-8A2A-4B9E-9E16-B3704A8B3294}" dt="2022-11-19T00:39:58.592" v="815" actId="1076"/>
          <ac:picMkLst>
            <pc:docMk/>
            <pc:sldMk cId="3307118049" sldId="260"/>
            <ac:picMk id="8" creationId="{1B0ED7E1-3B21-6AA4-C6B9-97FCD7D41A7C}"/>
          </ac:picMkLst>
        </pc:picChg>
      </pc:sldChg>
      <pc:sldChg chg="addSp delSp modSp ord">
        <pc:chgData name="Strachan, Chase Aaron" userId="S::cstrachan@una.edu::74c98308-7ed2-4c16-bd38-218855b23dc7" providerId="AD" clId="Web-{F537E6BC-8A2A-4B9E-9E16-B3704A8B3294}" dt="2022-11-19T00:44:34.974" v="1045" actId="14100"/>
        <pc:sldMkLst>
          <pc:docMk/>
          <pc:sldMk cId="3990520136" sldId="261"/>
        </pc:sldMkLst>
        <pc:spChg chg="mod">
          <ac:chgData name="Strachan, Chase Aaron" userId="S::cstrachan@una.edu::74c98308-7ed2-4c16-bd38-218855b23dc7" providerId="AD" clId="Web-{F537E6BC-8A2A-4B9E-9E16-B3704A8B3294}" dt="2022-11-19T00:34:11.208" v="500" actId="20577"/>
          <ac:spMkLst>
            <pc:docMk/>
            <pc:sldMk cId="3990520136" sldId="261"/>
            <ac:spMk id="2" creationId="{AF485AFB-D2B6-97B4-52E9-31BD93953317}"/>
          </ac:spMkLst>
        </pc:spChg>
        <pc:spChg chg="del mod">
          <ac:chgData name="Strachan, Chase Aaron" userId="S::cstrachan@una.edu::74c98308-7ed2-4c16-bd38-218855b23dc7" providerId="AD" clId="Web-{F537E6BC-8A2A-4B9E-9E16-B3704A8B3294}" dt="2022-11-19T00:36:44.071" v="737"/>
          <ac:spMkLst>
            <pc:docMk/>
            <pc:sldMk cId="3990520136" sldId="261"/>
            <ac:spMk id="3" creationId="{5925BF73-962C-71A3-8EAD-32E17CB6B578}"/>
          </ac:spMkLst>
        </pc:spChg>
        <pc:spChg chg="add mod">
          <ac:chgData name="Strachan, Chase Aaron" userId="S::cstrachan@una.edu::74c98308-7ed2-4c16-bd38-218855b23dc7" providerId="AD" clId="Web-{F537E6BC-8A2A-4B9E-9E16-B3704A8B3294}" dt="2022-11-19T00:44:34.974" v="1045" actId="14100"/>
          <ac:spMkLst>
            <pc:docMk/>
            <pc:sldMk cId="3990520136" sldId="261"/>
            <ac:spMk id="4" creationId="{8A7BC5E1-BE2B-7FD2-E942-5F9DB0DD7E17}"/>
          </ac:spMkLst>
        </pc:spChg>
        <pc:picChg chg="add mod ord">
          <ac:chgData name="Strachan, Chase Aaron" userId="S::cstrachan@una.edu::74c98308-7ed2-4c16-bd38-218855b23dc7" providerId="AD" clId="Web-{F537E6BC-8A2A-4B9E-9E16-B3704A8B3294}" dt="2022-11-19T00:36:55.524" v="741" actId="14100"/>
          <ac:picMkLst>
            <pc:docMk/>
            <pc:sldMk cId="3990520136" sldId="261"/>
            <ac:picMk id="5" creationId="{5E1F557E-D6EA-091D-1694-4E3D547DA4EC}"/>
          </ac:picMkLst>
        </pc:picChg>
        <pc:picChg chg="add mod">
          <ac:chgData name="Strachan, Chase Aaron" userId="S::cstrachan@una.edu::74c98308-7ed2-4c16-bd38-218855b23dc7" providerId="AD" clId="Web-{F537E6BC-8A2A-4B9E-9E16-B3704A8B3294}" dt="2022-11-19T00:37:27.760" v="747" actId="14100"/>
          <ac:picMkLst>
            <pc:docMk/>
            <pc:sldMk cId="3990520136" sldId="261"/>
            <ac:picMk id="6" creationId="{A5E3DF2E-7231-2A74-3685-BE83DC9FCF56}"/>
          </ac:picMkLst>
        </pc:picChg>
      </pc:sldChg>
      <pc:sldChg chg="addSp modSp new">
        <pc:chgData name="Strachan, Chase Aaron" userId="S::cstrachan@una.edu::74c98308-7ed2-4c16-bd38-218855b23dc7" providerId="AD" clId="Web-{F537E6BC-8A2A-4B9E-9E16-B3704A8B3294}" dt="2022-11-19T00:55:38.151" v="1065"/>
        <pc:sldMkLst>
          <pc:docMk/>
          <pc:sldMk cId="2505828059" sldId="265"/>
        </pc:sldMkLst>
        <pc:spChg chg="mod">
          <ac:chgData name="Strachan, Chase Aaron" userId="S::cstrachan@una.edu::74c98308-7ed2-4c16-bd38-218855b23dc7" providerId="AD" clId="Web-{F537E6BC-8A2A-4B9E-9E16-B3704A8B3294}" dt="2022-11-19T00:55:15.354" v="1062" actId="20577"/>
          <ac:spMkLst>
            <pc:docMk/>
            <pc:sldMk cId="2505828059" sldId="265"/>
            <ac:spMk id="2" creationId="{E26C0521-195C-1799-6833-8D4F0452E308}"/>
          </ac:spMkLst>
        </pc:spChg>
        <pc:spChg chg="mod">
          <ac:chgData name="Strachan, Chase Aaron" userId="S::cstrachan@una.edu::74c98308-7ed2-4c16-bd38-218855b23dc7" providerId="AD" clId="Web-{F537E6BC-8A2A-4B9E-9E16-B3704A8B3294}" dt="2022-11-19T00:55:23.495" v="1064" actId="14100"/>
          <ac:spMkLst>
            <pc:docMk/>
            <pc:sldMk cId="2505828059" sldId="265"/>
            <ac:spMk id="3" creationId="{A4EFF022-F80C-225E-E5F2-0E6CCA517A63}"/>
          </ac:spMkLst>
        </pc:spChg>
        <pc:spChg chg="add">
          <ac:chgData name="Strachan, Chase Aaron" userId="S::cstrachan@una.edu::74c98308-7ed2-4c16-bd38-218855b23dc7" providerId="AD" clId="Web-{F537E6BC-8A2A-4B9E-9E16-B3704A8B3294}" dt="2022-11-19T00:55:38.151" v="1065"/>
          <ac:spMkLst>
            <pc:docMk/>
            <pc:sldMk cId="2505828059" sldId="265"/>
            <ac:spMk id="4" creationId="{12006149-19B0-67C5-8BF6-C1C35627203C}"/>
          </ac:spMkLst>
        </pc:spChg>
      </pc:sldChg>
    </pc:docChg>
  </pc:docChgLst>
  <pc:docChgLst>
    <pc:chgData name="Nguyen, Tram Anh" userId="S::anguyen6@una.edu::bfb3b3ff-9d66-47fa-a8a1-aade41fb63d4" providerId="AD" clId="Web-{A178D7BB-C28A-4002-95B7-1E73EA12B7D5}"/>
    <pc:docChg chg="modSld">
      <pc:chgData name="Nguyen, Tram Anh" userId="S::anguyen6@una.edu::bfb3b3ff-9d66-47fa-a8a1-aade41fb63d4" providerId="AD" clId="Web-{A178D7BB-C28A-4002-95B7-1E73EA12B7D5}" dt="2022-11-21T00:38:42.342" v="60" actId="14100"/>
      <pc:docMkLst>
        <pc:docMk/>
      </pc:docMkLst>
      <pc:sldChg chg="modSp">
        <pc:chgData name="Nguyen, Tram Anh" userId="S::anguyen6@una.edu::bfb3b3ff-9d66-47fa-a8a1-aade41fb63d4" providerId="AD" clId="Web-{A178D7BB-C28A-4002-95B7-1E73EA12B7D5}" dt="2022-11-21T00:36:17.354" v="12" actId="20577"/>
        <pc:sldMkLst>
          <pc:docMk/>
          <pc:sldMk cId="109857222" sldId="256"/>
        </pc:sldMkLst>
        <pc:spChg chg="mod">
          <ac:chgData name="Nguyen, Tram Anh" userId="S::anguyen6@una.edu::bfb3b3ff-9d66-47fa-a8a1-aade41fb63d4" providerId="AD" clId="Web-{A178D7BB-C28A-4002-95B7-1E73EA12B7D5}" dt="2022-11-21T00:35:49.213" v="4" actId="20577"/>
          <ac:spMkLst>
            <pc:docMk/>
            <pc:sldMk cId="109857222" sldId="256"/>
            <ac:spMk id="2" creationId="{00000000-0000-0000-0000-000000000000}"/>
          </ac:spMkLst>
        </pc:spChg>
        <pc:spChg chg="mod">
          <ac:chgData name="Nguyen, Tram Anh" userId="S::anguyen6@una.edu::bfb3b3ff-9d66-47fa-a8a1-aade41fb63d4" providerId="AD" clId="Web-{A178D7BB-C28A-4002-95B7-1E73EA12B7D5}" dt="2022-11-21T00:36:17.354" v="12" actId="20577"/>
          <ac:spMkLst>
            <pc:docMk/>
            <pc:sldMk cId="109857222" sldId="256"/>
            <ac:spMk id="5" creationId="{142C9981-C59C-FAF9-8D06-CA1E9FF665E4}"/>
          </ac:spMkLst>
        </pc:spChg>
      </pc:sldChg>
      <pc:sldChg chg="modSp">
        <pc:chgData name="Nguyen, Tram Anh" userId="S::anguyen6@una.edu::bfb3b3ff-9d66-47fa-a8a1-aade41fb63d4" providerId="AD" clId="Web-{A178D7BB-C28A-4002-95B7-1E73EA12B7D5}" dt="2022-11-21T00:36:08.416" v="10" actId="20577"/>
        <pc:sldMkLst>
          <pc:docMk/>
          <pc:sldMk cId="4233169139" sldId="257"/>
        </pc:sldMkLst>
        <pc:spChg chg="mod">
          <ac:chgData name="Nguyen, Tram Anh" userId="S::anguyen6@una.edu::bfb3b3ff-9d66-47fa-a8a1-aade41fb63d4" providerId="AD" clId="Web-{A178D7BB-C28A-4002-95B7-1E73EA12B7D5}" dt="2022-11-21T00:36:04.135" v="8" actId="20577"/>
          <ac:spMkLst>
            <pc:docMk/>
            <pc:sldMk cId="4233169139" sldId="257"/>
            <ac:spMk id="2" creationId="{7CA525F0-936C-5BA3-6B32-C7C83AE7995B}"/>
          </ac:spMkLst>
        </pc:spChg>
        <pc:spChg chg="mod">
          <ac:chgData name="Nguyen, Tram Anh" userId="S::anguyen6@una.edu::bfb3b3ff-9d66-47fa-a8a1-aade41fb63d4" providerId="AD" clId="Web-{A178D7BB-C28A-4002-95B7-1E73EA12B7D5}" dt="2022-11-21T00:36:08.416" v="10" actId="20577"/>
          <ac:spMkLst>
            <pc:docMk/>
            <pc:sldMk cId="4233169139" sldId="257"/>
            <ac:spMk id="4" creationId="{1BD5A9C9-4227-216D-3A39-9363AB4FE0A9}"/>
          </ac:spMkLst>
        </pc:spChg>
      </pc:sldChg>
      <pc:sldChg chg="modSp">
        <pc:chgData name="Nguyen, Tram Anh" userId="S::anguyen6@una.edu::bfb3b3ff-9d66-47fa-a8a1-aade41fb63d4" providerId="AD" clId="Web-{A178D7BB-C28A-4002-95B7-1E73EA12B7D5}" dt="2022-11-21T00:36:28.104" v="16" actId="20577"/>
        <pc:sldMkLst>
          <pc:docMk/>
          <pc:sldMk cId="343823991" sldId="258"/>
        </pc:sldMkLst>
        <pc:spChg chg="mod">
          <ac:chgData name="Nguyen, Tram Anh" userId="S::anguyen6@una.edu::bfb3b3ff-9d66-47fa-a8a1-aade41fb63d4" providerId="AD" clId="Web-{A178D7BB-C28A-4002-95B7-1E73EA12B7D5}" dt="2022-11-21T00:36:28.104" v="16" actId="20577"/>
          <ac:spMkLst>
            <pc:docMk/>
            <pc:sldMk cId="343823991" sldId="258"/>
            <ac:spMk id="4" creationId="{D552E648-5D62-B1C1-6363-9A406B0E08BF}"/>
          </ac:spMkLst>
        </pc:spChg>
      </pc:sldChg>
      <pc:sldChg chg="modSp">
        <pc:chgData name="Nguyen, Tram Anh" userId="S::anguyen6@una.edu::bfb3b3ff-9d66-47fa-a8a1-aade41fb63d4" providerId="AD" clId="Web-{A178D7BB-C28A-4002-95B7-1E73EA12B7D5}" dt="2022-11-21T00:38:19.295" v="52" actId="20577"/>
        <pc:sldMkLst>
          <pc:docMk/>
          <pc:sldMk cId="2301760200" sldId="259"/>
        </pc:sldMkLst>
        <pc:spChg chg="mod">
          <ac:chgData name="Nguyen, Tram Anh" userId="S::anguyen6@una.edu::bfb3b3ff-9d66-47fa-a8a1-aade41fb63d4" providerId="AD" clId="Web-{A178D7BB-C28A-4002-95B7-1E73EA12B7D5}" dt="2022-11-21T00:38:01.966" v="47" actId="20577"/>
          <ac:spMkLst>
            <pc:docMk/>
            <pc:sldMk cId="2301760200" sldId="259"/>
            <ac:spMk id="6" creationId="{9A60A19B-24F4-A24A-8AA6-572233BC553D}"/>
          </ac:spMkLst>
        </pc:spChg>
        <pc:spChg chg="mod">
          <ac:chgData name="Nguyen, Tram Anh" userId="S::anguyen6@una.edu::bfb3b3ff-9d66-47fa-a8a1-aade41fb63d4" providerId="AD" clId="Web-{A178D7BB-C28A-4002-95B7-1E73EA12B7D5}" dt="2022-11-21T00:38:19.295" v="52" actId="20577"/>
          <ac:spMkLst>
            <pc:docMk/>
            <pc:sldMk cId="2301760200" sldId="259"/>
            <ac:spMk id="18" creationId="{69BD7C61-0037-979C-485E-73666C2A0DFD}"/>
          </ac:spMkLst>
        </pc:spChg>
      </pc:sldChg>
      <pc:sldChg chg="modSp">
        <pc:chgData name="Nguyen, Tram Anh" userId="S::anguyen6@una.edu::bfb3b3ff-9d66-47fa-a8a1-aade41fb63d4" providerId="AD" clId="Web-{A178D7BB-C28A-4002-95B7-1E73EA12B7D5}" dt="2022-11-21T00:37:22.043" v="33" actId="14100"/>
        <pc:sldMkLst>
          <pc:docMk/>
          <pc:sldMk cId="3307118049" sldId="260"/>
        </pc:sldMkLst>
        <pc:spChg chg="mod">
          <ac:chgData name="Nguyen, Tram Anh" userId="S::anguyen6@una.edu::bfb3b3ff-9d66-47fa-a8a1-aade41fb63d4" providerId="AD" clId="Web-{A178D7BB-C28A-4002-95B7-1E73EA12B7D5}" dt="2022-11-21T00:37:22.043" v="33" actId="14100"/>
          <ac:spMkLst>
            <pc:docMk/>
            <pc:sldMk cId="3307118049" sldId="260"/>
            <ac:spMk id="4" creationId="{B98E7650-F294-8E03-E567-6397916F7765}"/>
          </ac:spMkLst>
        </pc:spChg>
        <pc:spChg chg="mod">
          <ac:chgData name="Nguyen, Tram Anh" userId="S::anguyen6@una.edu::bfb3b3ff-9d66-47fa-a8a1-aade41fb63d4" providerId="AD" clId="Web-{A178D7BB-C28A-4002-95B7-1E73EA12B7D5}" dt="2022-11-21T00:37:08.949" v="28" actId="20577"/>
          <ac:spMkLst>
            <pc:docMk/>
            <pc:sldMk cId="3307118049" sldId="260"/>
            <ac:spMk id="9" creationId="{DE0A2C1C-7E50-4086-42AA-92C42A244C15}"/>
          </ac:spMkLst>
        </pc:spChg>
      </pc:sldChg>
      <pc:sldChg chg="modSp">
        <pc:chgData name="Nguyen, Tram Anh" userId="S::anguyen6@una.edu::bfb3b3ff-9d66-47fa-a8a1-aade41fb63d4" providerId="AD" clId="Web-{A178D7BB-C28A-4002-95B7-1E73EA12B7D5}" dt="2022-11-21T00:38:42.342" v="60" actId="14100"/>
        <pc:sldMkLst>
          <pc:docMk/>
          <pc:sldMk cId="3990520136" sldId="261"/>
        </pc:sldMkLst>
        <pc:spChg chg="mod">
          <ac:chgData name="Nguyen, Tram Anh" userId="S::anguyen6@una.edu::bfb3b3ff-9d66-47fa-a8a1-aade41fb63d4" providerId="AD" clId="Web-{A178D7BB-C28A-4002-95B7-1E73EA12B7D5}" dt="2022-11-21T00:38:42.342" v="60" actId="14100"/>
          <ac:spMkLst>
            <pc:docMk/>
            <pc:sldMk cId="3990520136" sldId="261"/>
            <ac:spMk id="4" creationId="{8A7BC5E1-BE2B-7FD2-E942-5F9DB0DD7E17}"/>
          </ac:spMkLst>
        </pc:spChg>
        <pc:spChg chg="mod">
          <ac:chgData name="Nguyen, Tram Anh" userId="S::anguyen6@una.edu::bfb3b3ff-9d66-47fa-a8a1-aade41fb63d4" providerId="AD" clId="Web-{A178D7BB-C28A-4002-95B7-1E73EA12B7D5}" dt="2022-11-21T00:38:23.185" v="53" actId="20577"/>
          <ac:spMkLst>
            <pc:docMk/>
            <pc:sldMk cId="3990520136" sldId="261"/>
            <ac:spMk id="7" creationId="{025BBC88-59EE-F206-4A80-0311EEFFD872}"/>
          </ac:spMkLst>
        </pc:spChg>
      </pc:sldChg>
      <pc:sldChg chg="modSp">
        <pc:chgData name="Nguyen, Tram Anh" userId="S::anguyen6@una.edu::bfb3b3ff-9d66-47fa-a8a1-aade41fb63d4" providerId="AD" clId="Web-{A178D7BB-C28A-4002-95B7-1E73EA12B7D5}" dt="2022-11-21T00:36:48.636" v="23" actId="1076"/>
        <pc:sldMkLst>
          <pc:docMk/>
          <pc:sldMk cId="594944256" sldId="262"/>
        </pc:sldMkLst>
        <pc:spChg chg="mod">
          <ac:chgData name="Nguyen, Tram Anh" userId="S::anguyen6@una.edu::bfb3b3ff-9d66-47fa-a8a1-aade41fb63d4" providerId="AD" clId="Web-{A178D7BB-C28A-4002-95B7-1E73EA12B7D5}" dt="2022-11-21T00:36:48.636" v="23" actId="1076"/>
          <ac:spMkLst>
            <pc:docMk/>
            <pc:sldMk cId="594944256" sldId="262"/>
            <ac:spMk id="4" creationId="{B0A5D774-7351-6FB9-D5CC-F17615D5A055}"/>
          </ac:spMkLst>
        </pc:spChg>
        <pc:spChg chg="mod">
          <ac:chgData name="Nguyen, Tram Anh" userId="S::anguyen6@una.edu::bfb3b3ff-9d66-47fa-a8a1-aade41fb63d4" providerId="AD" clId="Web-{A178D7BB-C28A-4002-95B7-1E73EA12B7D5}" dt="2022-11-21T00:36:32.979" v="17" actId="20577"/>
          <ac:spMkLst>
            <pc:docMk/>
            <pc:sldMk cId="594944256" sldId="262"/>
            <ac:spMk id="9" creationId="{763342B9-19BA-59B7-D2A3-4FBB19ED2C78}"/>
          </ac:spMkLst>
        </pc:spChg>
      </pc:sldChg>
      <pc:sldChg chg="modSp">
        <pc:chgData name="Nguyen, Tram Anh" userId="S::anguyen6@una.edu::bfb3b3ff-9d66-47fa-a8a1-aade41fb63d4" providerId="AD" clId="Web-{A178D7BB-C28A-4002-95B7-1E73EA12B7D5}" dt="2022-11-21T00:37:40.481" v="39" actId="20577"/>
        <pc:sldMkLst>
          <pc:docMk/>
          <pc:sldMk cId="1647579820" sldId="263"/>
        </pc:sldMkLst>
        <pc:spChg chg="mod">
          <ac:chgData name="Nguyen, Tram Anh" userId="S::anguyen6@una.edu::bfb3b3ff-9d66-47fa-a8a1-aade41fb63d4" providerId="AD" clId="Web-{A178D7BB-C28A-4002-95B7-1E73EA12B7D5}" dt="2022-11-21T00:37:31.996" v="36" actId="20577"/>
          <ac:spMkLst>
            <pc:docMk/>
            <pc:sldMk cId="1647579820" sldId="263"/>
            <ac:spMk id="3" creationId="{0289AD1F-96F9-4DB8-3FDC-06E05D4F4007}"/>
          </ac:spMkLst>
        </pc:spChg>
        <pc:spChg chg="mod">
          <ac:chgData name="Nguyen, Tram Anh" userId="S::anguyen6@una.edu::bfb3b3ff-9d66-47fa-a8a1-aade41fb63d4" providerId="AD" clId="Web-{A178D7BB-C28A-4002-95B7-1E73EA12B7D5}" dt="2022-11-21T00:37:40.481" v="39" actId="20577"/>
          <ac:spMkLst>
            <pc:docMk/>
            <pc:sldMk cId="1647579820" sldId="263"/>
            <ac:spMk id="11" creationId="{32E2FAD0-F14A-1097-99F9-4F8F4BF97C0A}"/>
          </ac:spMkLst>
        </pc:spChg>
      </pc:sldChg>
      <pc:sldChg chg="modSp">
        <pc:chgData name="Nguyen, Tram Anh" userId="S::anguyen6@una.edu::bfb3b3ff-9d66-47fa-a8a1-aade41fb63d4" providerId="AD" clId="Web-{A178D7BB-C28A-4002-95B7-1E73EA12B7D5}" dt="2022-11-21T00:37:53.435" v="43" actId="20577"/>
        <pc:sldMkLst>
          <pc:docMk/>
          <pc:sldMk cId="2505828059" sldId="265"/>
        </pc:sldMkLst>
        <pc:spChg chg="mod">
          <ac:chgData name="Nguyen, Tram Anh" userId="S::anguyen6@una.edu::bfb3b3ff-9d66-47fa-a8a1-aade41fb63d4" providerId="AD" clId="Web-{A178D7BB-C28A-4002-95B7-1E73EA12B7D5}" dt="2022-11-21T00:37:53.435" v="43" actId="20577"/>
          <ac:spMkLst>
            <pc:docMk/>
            <pc:sldMk cId="2505828059" sldId="265"/>
            <ac:spMk id="3" creationId="{675D35A3-D35F-AF4D-1D70-52685CB6A1D6}"/>
          </ac:spMkLst>
        </pc:spChg>
        <pc:spChg chg="mod">
          <ac:chgData name="Nguyen, Tram Anh" userId="S::anguyen6@una.edu::bfb3b3ff-9d66-47fa-a8a1-aade41fb63d4" providerId="AD" clId="Web-{A178D7BB-C28A-4002-95B7-1E73EA12B7D5}" dt="2022-11-21T00:37:46.200" v="40" actId="20577"/>
          <ac:spMkLst>
            <pc:docMk/>
            <pc:sldMk cId="2505828059" sldId="265"/>
            <ac:spMk id="13" creationId="{34E0638D-6734-E039-999F-5A3E63D82C78}"/>
          </ac:spMkLst>
        </pc:spChg>
      </pc:sldChg>
      <pc:sldChg chg="modSp">
        <pc:chgData name="Nguyen, Tram Anh" userId="S::anguyen6@una.edu::bfb3b3ff-9d66-47fa-a8a1-aade41fb63d4" providerId="AD" clId="Web-{A178D7BB-C28A-4002-95B7-1E73EA12B7D5}" dt="2022-11-21T00:37:02.605" v="27" actId="20577"/>
        <pc:sldMkLst>
          <pc:docMk/>
          <pc:sldMk cId="1754998160" sldId="266"/>
        </pc:sldMkLst>
        <pc:spChg chg="mod">
          <ac:chgData name="Nguyen, Tram Anh" userId="S::anguyen6@una.edu::bfb3b3ff-9d66-47fa-a8a1-aade41fb63d4" providerId="AD" clId="Web-{A178D7BB-C28A-4002-95B7-1E73EA12B7D5}" dt="2022-11-21T00:37:02.605" v="27" actId="20577"/>
          <ac:spMkLst>
            <pc:docMk/>
            <pc:sldMk cId="1754998160" sldId="266"/>
            <ac:spMk id="4" creationId="{8A7BC5E1-BE2B-7FD2-E942-5F9DB0DD7E17}"/>
          </ac:spMkLst>
        </pc:spChg>
        <pc:spChg chg="mod">
          <ac:chgData name="Nguyen, Tram Anh" userId="S::anguyen6@una.edu::bfb3b3ff-9d66-47fa-a8a1-aade41fb63d4" providerId="AD" clId="Web-{A178D7BB-C28A-4002-95B7-1E73EA12B7D5}" dt="2022-11-21T00:36:54.449" v="24" actId="20577"/>
          <ac:spMkLst>
            <pc:docMk/>
            <pc:sldMk cId="1754998160" sldId="266"/>
            <ac:spMk id="7" creationId="{025BBC88-59EE-F206-4A80-0311EEFFD872}"/>
          </ac:spMkLst>
        </pc:spChg>
      </pc:sldChg>
    </pc:docChg>
  </pc:docChgLst>
  <pc:docChgLst>
    <pc:chgData name="Rodgers, Dalton Tucker" userId="S::drodgers@una.edu::f308f2d1-e498-46e3-9904-83f819e4da14" providerId="AD" clId="Web-{B9338217-6C37-46AD-8C98-92A086FC0792}"/>
    <pc:docChg chg="modSld">
      <pc:chgData name="Rodgers, Dalton Tucker" userId="S::drodgers@una.edu::f308f2d1-e498-46e3-9904-83f819e4da14" providerId="AD" clId="Web-{B9338217-6C37-46AD-8C98-92A086FC0792}" dt="2022-11-21T01:46:53.330" v="295" actId="20577"/>
      <pc:docMkLst>
        <pc:docMk/>
      </pc:docMkLst>
      <pc:sldChg chg="modSp">
        <pc:chgData name="Rodgers, Dalton Tucker" userId="S::drodgers@una.edu::f308f2d1-e498-46e3-9904-83f819e4da14" providerId="AD" clId="Web-{B9338217-6C37-46AD-8C98-92A086FC0792}" dt="2022-11-21T01:41:09.633" v="1" actId="20577"/>
        <pc:sldMkLst>
          <pc:docMk/>
          <pc:sldMk cId="3307118049" sldId="260"/>
        </pc:sldMkLst>
        <pc:spChg chg="mod">
          <ac:chgData name="Rodgers, Dalton Tucker" userId="S::drodgers@una.edu::f308f2d1-e498-46e3-9904-83f819e4da14" providerId="AD" clId="Web-{B9338217-6C37-46AD-8C98-92A086FC0792}" dt="2022-11-21T01:41:09.633" v="1" actId="20577"/>
          <ac:spMkLst>
            <pc:docMk/>
            <pc:sldMk cId="3307118049" sldId="260"/>
            <ac:spMk id="4" creationId="{B98E7650-F294-8E03-E567-6397916F7765}"/>
          </ac:spMkLst>
        </pc:spChg>
      </pc:sldChg>
      <pc:sldChg chg="modSp">
        <pc:chgData name="Rodgers, Dalton Tucker" userId="S::drodgers@una.edu::f308f2d1-e498-46e3-9904-83f819e4da14" providerId="AD" clId="Web-{B9338217-6C37-46AD-8C98-92A086FC0792}" dt="2022-11-21T01:46:53.330" v="295" actId="20577"/>
        <pc:sldMkLst>
          <pc:docMk/>
          <pc:sldMk cId="2505828059" sldId="265"/>
        </pc:sldMkLst>
        <pc:spChg chg="mod">
          <ac:chgData name="Rodgers, Dalton Tucker" userId="S::drodgers@una.edu::f308f2d1-e498-46e3-9904-83f819e4da14" providerId="AD" clId="Web-{B9338217-6C37-46AD-8C98-92A086FC0792}" dt="2022-11-21T01:46:53.330" v="295" actId="20577"/>
          <ac:spMkLst>
            <pc:docMk/>
            <pc:sldMk cId="2505828059" sldId="265"/>
            <ac:spMk id="3" creationId="{675D35A3-D35F-AF4D-1D70-52685CB6A1D6}"/>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4/20/2025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3737406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4/20/2025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1157639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4/20/2025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2690653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4/20/2025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230675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4/20/2025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1591030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4/20/2025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1396531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4509A250-FF31-4206-8172-F9D3106AACB1}" type="datetimeFigureOut">
              <a:rPr lang="en-US" smtClean="0"/>
              <a:t>4/20/2025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3737404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4/20/2025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2560008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4/20/2025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3317953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4/20/2025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234874151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4/20/2025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135250162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4/20/2025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D57F1E4F-1CFF-5643-939E-02111984F565}"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16839390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4/20/2025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81391908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AAD347D-5ACD-4C99-B74B-A9C85AD731AF}" type="datetimeFigureOut">
              <a:rPr lang="en-US" smtClean="0"/>
              <a:t>4/20/2025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59987674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AAD347D-5ACD-4C99-B74B-A9C85AD731AF}" type="datetimeFigureOut">
              <a:rPr lang="en-US" smtClean="0"/>
              <a:t>4/20/2025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201055265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4/20/2025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a:p>
        </p:txBody>
      </p:sp>
    </p:spTree>
    <p:extLst>
      <p:ext uri="{BB962C8B-B14F-4D97-AF65-F5344CB8AC3E}">
        <p14:creationId xmlns:p14="http://schemas.microsoft.com/office/powerpoint/2010/main" val="41508445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4509A250-FF31-4206-8172-F9D3106AACB1}" type="datetimeFigureOut">
              <a:rPr lang="en-US" smtClean="0"/>
              <a:t>4/20/2025</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D57F1E4F-1CFF-5643-939E-02111984F565}" type="slidenum">
              <a:rPr lang="en-US" smtClean="0"/>
              <a:t>‹#›</a:t>
            </a:fld>
            <a:endParaRPr lang="en-US"/>
          </a:p>
        </p:txBody>
      </p:sp>
    </p:spTree>
    <p:extLst>
      <p:ext uri="{BB962C8B-B14F-4D97-AF65-F5344CB8AC3E}">
        <p14:creationId xmlns:p14="http://schemas.microsoft.com/office/powerpoint/2010/main" val="635211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AAD347D-5ACD-4C99-B74B-A9C85AD731AF}" type="datetimeFigureOut">
              <a:rPr lang="en-US" smtClean="0"/>
              <a:t>4/20/2025</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D57F1E4F-1CFF-5643-939E-02111984F565}" type="slidenum">
              <a:rPr lang="en-US" smtClean="0"/>
              <a:t>‹#›</a:t>
            </a:fld>
            <a:endParaRPr lang="en-US"/>
          </a:p>
        </p:txBody>
      </p:sp>
    </p:spTree>
    <p:extLst>
      <p:ext uri="{BB962C8B-B14F-4D97-AF65-F5344CB8AC3E}">
        <p14:creationId xmlns:p14="http://schemas.microsoft.com/office/powerpoint/2010/main" val="867653356"/>
      </p:ext>
    </p:extLst>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8.jpe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0761" y="219721"/>
            <a:ext cx="5783392" cy="2330844"/>
          </a:xfrm>
        </p:spPr>
        <p:txBody>
          <a:bodyPr/>
          <a:lstStyle/>
          <a:p>
            <a:r>
              <a:rPr lang="en-US" sz="6000" dirty="0">
                <a:latin typeface="Times New Roman"/>
                <a:cs typeface="Times New Roman"/>
              </a:rPr>
              <a:t>UNA Events App </a:t>
            </a:r>
            <a:br>
              <a:rPr lang="en-US" sz="6000" dirty="0">
                <a:latin typeface="Times New Roman"/>
                <a:cs typeface="Times New Roman"/>
              </a:rPr>
            </a:br>
            <a:r>
              <a:rPr lang="en-US" sz="6000" dirty="0">
                <a:latin typeface="Times New Roman"/>
                <a:cs typeface="Times New Roman"/>
              </a:rPr>
              <a:t>Prototype</a:t>
            </a:r>
          </a:p>
        </p:txBody>
      </p:sp>
      <p:pic>
        <p:nvPicPr>
          <p:cNvPr id="4" name="Picture 4" descr="Graphical user interface, application&#10;&#10;Description automatically generated">
            <a:extLst>
              <a:ext uri="{FF2B5EF4-FFF2-40B4-BE49-F238E27FC236}">
                <a16:creationId xmlns:a16="http://schemas.microsoft.com/office/drawing/2014/main" id="{A3E7EA84-E086-723E-E0A6-94494C96F58A}"/>
              </a:ext>
            </a:extLst>
          </p:cNvPr>
          <p:cNvPicPr>
            <a:picLocks noChangeAspect="1"/>
          </p:cNvPicPr>
          <p:nvPr/>
        </p:nvPicPr>
        <p:blipFill>
          <a:blip r:embed="rId2"/>
          <a:stretch>
            <a:fillRect/>
          </a:stretch>
        </p:blipFill>
        <p:spPr>
          <a:xfrm>
            <a:off x="6063633" y="2120469"/>
            <a:ext cx="2009775" cy="4114800"/>
          </a:xfrm>
          <a:prstGeom prst="rect">
            <a:avLst/>
          </a:prstGeom>
        </p:spPr>
      </p:pic>
      <p:pic>
        <p:nvPicPr>
          <p:cNvPr id="3" name="Picture 3" descr="A picture containing text, mirror, sign, day&#10;&#10;Description automatically generated">
            <a:extLst>
              <a:ext uri="{FF2B5EF4-FFF2-40B4-BE49-F238E27FC236}">
                <a16:creationId xmlns:a16="http://schemas.microsoft.com/office/drawing/2014/main" id="{55BCEDA0-CA94-E9FE-360E-81CBD9ED34CF}"/>
              </a:ext>
            </a:extLst>
          </p:cNvPr>
          <p:cNvPicPr>
            <a:picLocks noChangeAspect="1"/>
          </p:cNvPicPr>
          <p:nvPr/>
        </p:nvPicPr>
        <p:blipFill>
          <a:blip r:embed="rId3"/>
          <a:stretch>
            <a:fillRect/>
          </a:stretch>
        </p:blipFill>
        <p:spPr>
          <a:xfrm>
            <a:off x="8073408" y="986994"/>
            <a:ext cx="2571750" cy="5248275"/>
          </a:xfrm>
          <a:prstGeom prst="rect">
            <a:avLst/>
          </a:prstGeom>
        </p:spPr>
      </p:pic>
      <p:sp>
        <p:nvSpPr>
          <p:cNvPr id="5" name="TextBox 4">
            <a:extLst>
              <a:ext uri="{FF2B5EF4-FFF2-40B4-BE49-F238E27FC236}">
                <a16:creationId xmlns:a16="http://schemas.microsoft.com/office/drawing/2014/main" id="{142C9981-C59C-FAF9-8D06-CA1E9FF665E4}"/>
              </a:ext>
            </a:extLst>
          </p:cNvPr>
          <p:cNvSpPr txBox="1"/>
          <p:nvPr/>
        </p:nvSpPr>
        <p:spPr>
          <a:xfrm>
            <a:off x="1210322" y="3141215"/>
            <a:ext cx="3542190"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err="1">
                <a:latin typeface="Times New Roman"/>
                <a:cs typeface="Segoe UI"/>
              </a:rPr>
              <a:t>Thuan</a:t>
            </a:r>
            <a:r>
              <a:rPr lang="en-US" sz="2200" dirty="0">
                <a:latin typeface="Times New Roman"/>
                <a:cs typeface="Segoe UI"/>
              </a:rPr>
              <a:t> Nguyen</a:t>
            </a:r>
          </a:p>
          <a:p>
            <a:r>
              <a:rPr lang="en-US" sz="2200" dirty="0" err="1">
                <a:latin typeface="Times New Roman"/>
                <a:cs typeface="Segoe UI"/>
              </a:rPr>
              <a:t>Nhu</a:t>
            </a:r>
            <a:r>
              <a:rPr lang="en-US" sz="2200" dirty="0">
                <a:latin typeface="Times New Roman"/>
                <a:cs typeface="Segoe UI"/>
              </a:rPr>
              <a:t> Tran</a:t>
            </a:r>
          </a:p>
          <a:p>
            <a:r>
              <a:rPr lang="en-US" sz="2200" dirty="0">
                <a:latin typeface="Times New Roman"/>
                <a:cs typeface="Segoe UI"/>
              </a:rPr>
              <a:t>Tuyet Nguyen</a:t>
            </a:r>
            <a:endParaRPr lang="en-US" sz="2200" dirty="0">
              <a:latin typeface="Times New Roman"/>
              <a:cs typeface="Calibri"/>
            </a:endParaRPr>
          </a:p>
          <a:p>
            <a:endParaRPr lang="en-US" sz="2200" dirty="0">
              <a:latin typeface="Times New Roman"/>
              <a:cs typeface="Calibri"/>
            </a:endParaRPr>
          </a:p>
          <a:p>
            <a:r>
              <a:rPr lang="en-US" sz="2200" dirty="0">
                <a:latin typeface="Times New Roman"/>
                <a:cs typeface="Segoe UI"/>
              </a:rPr>
              <a:t>Professor Ronald Davis </a:t>
            </a:r>
          </a:p>
          <a:p>
            <a:endParaRPr lang="en-US" sz="2200" dirty="0">
              <a:latin typeface="Times New Roman"/>
              <a:cs typeface="Times New Roman"/>
            </a:endParaRPr>
          </a:p>
          <a:p>
            <a:r>
              <a:rPr lang="en-US" sz="2200" dirty="0">
                <a:latin typeface="Times New Roman"/>
                <a:cs typeface="Segoe UI"/>
              </a:rPr>
              <a:t>April 18, 2025</a:t>
            </a:r>
            <a:endParaRPr lang="en-US" sz="2200" dirty="0">
              <a:latin typeface="Times New Roman"/>
              <a:cs typeface="Calibri"/>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525F0-936C-5BA3-6B32-C7C83AE7995B}"/>
              </a:ext>
            </a:extLst>
          </p:cNvPr>
          <p:cNvSpPr>
            <a:spLocks noGrp="1"/>
          </p:cNvSpPr>
          <p:nvPr>
            <p:ph type="title"/>
          </p:nvPr>
        </p:nvSpPr>
        <p:spPr>
          <a:xfrm>
            <a:off x="228240" y="182331"/>
            <a:ext cx="9404723" cy="1400530"/>
          </a:xfrm>
        </p:spPr>
        <p:txBody>
          <a:bodyPr/>
          <a:lstStyle/>
          <a:p>
            <a:r>
              <a:rPr lang="en-US" dirty="0">
                <a:latin typeface="Times New Roman"/>
                <a:cs typeface="Times New Roman"/>
              </a:rPr>
              <a:t>Login Screen</a:t>
            </a:r>
          </a:p>
        </p:txBody>
      </p:sp>
      <p:sp>
        <p:nvSpPr>
          <p:cNvPr id="4" name="TextBox 3">
            <a:extLst>
              <a:ext uri="{FF2B5EF4-FFF2-40B4-BE49-F238E27FC236}">
                <a16:creationId xmlns:a16="http://schemas.microsoft.com/office/drawing/2014/main" id="{1BD5A9C9-4227-216D-3A39-9363AB4FE0A9}"/>
              </a:ext>
            </a:extLst>
          </p:cNvPr>
          <p:cNvSpPr txBox="1"/>
          <p:nvPr/>
        </p:nvSpPr>
        <p:spPr>
          <a:xfrm>
            <a:off x="6746550" y="2145053"/>
            <a:ext cx="3920536"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effectLst/>
                <a:latin typeface="Times New Roman" panose="02020603050405020304" pitchFamily="18" charset="0"/>
                <a:cs typeface="Times New Roman" panose="02020603050405020304" pitchFamily="18" charset="0"/>
              </a:rPr>
              <a:t>The mobile app connects to the UNA website, enabling UNA students to log in with their credentials and view upcoming campus events. Access is restricted to authorized users only, ensuring a secure experience.</a:t>
            </a:r>
          </a:p>
        </p:txBody>
      </p:sp>
      <p:pic>
        <p:nvPicPr>
          <p:cNvPr id="6" name="Picture 6">
            <a:extLst>
              <a:ext uri="{FF2B5EF4-FFF2-40B4-BE49-F238E27FC236}">
                <a16:creationId xmlns:a16="http://schemas.microsoft.com/office/drawing/2014/main" id="{743DA81A-20E4-B099-6850-1FBD99C2672D}"/>
              </a:ext>
            </a:extLst>
          </p:cNvPr>
          <p:cNvPicPr>
            <a:picLocks noChangeAspect="1"/>
          </p:cNvPicPr>
          <p:nvPr/>
        </p:nvPicPr>
        <p:blipFill>
          <a:blip r:embed="rId2"/>
          <a:stretch>
            <a:fillRect/>
          </a:stretch>
        </p:blipFill>
        <p:spPr>
          <a:xfrm>
            <a:off x="3958946" y="1270246"/>
            <a:ext cx="2386023" cy="5171122"/>
          </a:xfrm>
          <a:prstGeom prst="rect">
            <a:avLst/>
          </a:prstGeom>
        </p:spPr>
      </p:pic>
      <p:pic>
        <p:nvPicPr>
          <p:cNvPr id="3" name="Picture 6" descr="A picture containing text, tree, outdoor, street&#10;&#10;Description automatically generated">
            <a:extLst>
              <a:ext uri="{FF2B5EF4-FFF2-40B4-BE49-F238E27FC236}">
                <a16:creationId xmlns:a16="http://schemas.microsoft.com/office/drawing/2014/main" id="{09CA7CA2-63EF-4DDF-2329-7DADDC560F10}"/>
              </a:ext>
            </a:extLst>
          </p:cNvPr>
          <p:cNvPicPr>
            <a:picLocks noChangeAspect="1"/>
          </p:cNvPicPr>
          <p:nvPr/>
        </p:nvPicPr>
        <p:blipFill>
          <a:blip r:embed="rId3"/>
          <a:stretch>
            <a:fillRect/>
          </a:stretch>
        </p:blipFill>
        <p:spPr>
          <a:xfrm>
            <a:off x="770349" y="1267470"/>
            <a:ext cx="2384809" cy="5163574"/>
          </a:xfrm>
          <a:prstGeom prst="rect">
            <a:avLst/>
          </a:prstGeom>
        </p:spPr>
      </p:pic>
      <p:sp>
        <p:nvSpPr>
          <p:cNvPr id="5" name="Oval 4">
            <a:extLst>
              <a:ext uri="{FF2B5EF4-FFF2-40B4-BE49-F238E27FC236}">
                <a16:creationId xmlns:a16="http://schemas.microsoft.com/office/drawing/2014/main" id="{7F3302A5-0A74-3F6D-A211-0FADF8C368F7}"/>
              </a:ext>
            </a:extLst>
          </p:cNvPr>
          <p:cNvSpPr/>
          <p:nvPr/>
        </p:nvSpPr>
        <p:spPr>
          <a:xfrm>
            <a:off x="1664563" y="5615126"/>
            <a:ext cx="599242" cy="554854"/>
          </a:xfrm>
          <a:prstGeom prst="ellipse">
            <a:avLst/>
          </a:prstGeom>
          <a:solidFill>
            <a:srgbClr val="000000">
              <a:alpha val="44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BBC9C415-B48C-2FFF-46B2-353190F360A7}"/>
              </a:ext>
            </a:extLst>
          </p:cNvPr>
          <p:cNvCxnSpPr/>
          <p:nvPr/>
        </p:nvCxnSpPr>
        <p:spPr>
          <a:xfrm flipV="1">
            <a:off x="2265286" y="5883675"/>
            <a:ext cx="1691195" cy="10358"/>
          </a:xfrm>
          <a:prstGeom prst="straightConnector1">
            <a:avLst/>
          </a:prstGeom>
          <a:ln w="28575">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3169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Graphical user interface, application&#10;&#10;Description automatically generated">
            <a:extLst>
              <a:ext uri="{FF2B5EF4-FFF2-40B4-BE49-F238E27FC236}">
                <a16:creationId xmlns:a16="http://schemas.microsoft.com/office/drawing/2014/main" id="{88C74B1D-A422-0158-4AFF-1C74FB3ABE32}"/>
              </a:ext>
            </a:extLst>
          </p:cNvPr>
          <p:cNvPicPr>
            <a:picLocks noGrp="1" noChangeAspect="1"/>
          </p:cNvPicPr>
          <p:nvPr>
            <p:ph idx="1"/>
          </p:nvPr>
        </p:nvPicPr>
        <p:blipFill>
          <a:blip r:embed="rId2"/>
          <a:stretch>
            <a:fillRect/>
          </a:stretch>
        </p:blipFill>
        <p:spPr>
          <a:xfrm>
            <a:off x="4138868" y="1301954"/>
            <a:ext cx="2443848" cy="5219155"/>
          </a:xfrm>
        </p:spPr>
      </p:pic>
      <p:sp>
        <p:nvSpPr>
          <p:cNvPr id="4" name="TextBox 3">
            <a:extLst>
              <a:ext uri="{FF2B5EF4-FFF2-40B4-BE49-F238E27FC236}">
                <a16:creationId xmlns:a16="http://schemas.microsoft.com/office/drawing/2014/main" id="{D552E648-5D62-B1C1-6363-9A406B0E08BF}"/>
              </a:ext>
            </a:extLst>
          </p:cNvPr>
          <p:cNvSpPr txBox="1"/>
          <p:nvPr/>
        </p:nvSpPr>
        <p:spPr>
          <a:xfrm>
            <a:off x="6880886" y="2384732"/>
            <a:ext cx="419676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effectLst/>
                <a:latin typeface="Times New Roman" panose="02020603050405020304" pitchFamily="18" charset="0"/>
                <a:cs typeface="Times New Roman" panose="02020603050405020304" pitchFamily="18" charset="0"/>
              </a:rPr>
              <a:t>The main menu serves as the central hub for all app users, offering navigation to various screens. The home screen displays all upcoming events, while a drop-down button in the top left enables further exploration, including options to filter by organizations and locations.</a:t>
            </a:r>
          </a:p>
        </p:txBody>
      </p:sp>
      <p:pic>
        <p:nvPicPr>
          <p:cNvPr id="6" name="Picture 6" descr="Graphical user interface, application&#10;&#10;Description automatically generated">
            <a:extLst>
              <a:ext uri="{FF2B5EF4-FFF2-40B4-BE49-F238E27FC236}">
                <a16:creationId xmlns:a16="http://schemas.microsoft.com/office/drawing/2014/main" id="{3DC43651-B994-84EB-29C8-ADAD00D4FCA3}"/>
              </a:ext>
            </a:extLst>
          </p:cNvPr>
          <p:cNvPicPr>
            <a:picLocks noChangeAspect="1"/>
          </p:cNvPicPr>
          <p:nvPr/>
        </p:nvPicPr>
        <p:blipFill>
          <a:blip r:embed="rId3"/>
          <a:stretch>
            <a:fillRect/>
          </a:stretch>
        </p:blipFill>
        <p:spPr>
          <a:xfrm>
            <a:off x="963422" y="1301954"/>
            <a:ext cx="2393373" cy="5176982"/>
          </a:xfrm>
          <a:prstGeom prst="rect">
            <a:avLst/>
          </a:prstGeom>
        </p:spPr>
      </p:pic>
      <p:sp>
        <p:nvSpPr>
          <p:cNvPr id="10" name="Title 1">
            <a:extLst>
              <a:ext uri="{FF2B5EF4-FFF2-40B4-BE49-F238E27FC236}">
                <a16:creationId xmlns:a16="http://schemas.microsoft.com/office/drawing/2014/main" id="{D7D4B6B8-55B1-CEE7-4271-96F01E47E001}"/>
              </a:ext>
            </a:extLst>
          </p:cNvPr>
          <p:cNvSpPr txBox="1">
            <a:spLocks/>
          </p:cNvSpPr>
          <p:nvPr/>
        </p:nvSpPr>
        <p:spPr>
          <a:xfrm>
            <a:off x="228240" y="182331"/>
            <a:ext cx="6652646" cy="62373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Century Gothic"/>
                <a:cs typeface="Times New Roman"/>
              </a:rPr>
              <a:t>Main Menu Screen</a:t>
            </a:r>
          </a:p>
        </p:txBody>
      </p:sp>
      <p:sp>
        <p:nvSpPr>
          <p:cNvPr id="3" name="Oval 2">
            <a:extLst>
              <a:ext uri="{FF2B5EF4-FFF2-40B4-BE49-F238E27FC236}">
                <a16:creationId xmlns:a16="http://schemas.microsoft.com/office/drawing/2014/main" id="{181D755D-C5A5-C36C-EEE5-184DD718C914}"/>
              </a:ext>
            </a:extLst>
          </p:cNvPr>
          <p:cNvSpPr/>
          <p:nvPr/>
        </p:nvSpPr>
        <p:spPr>
          <a:xfrm>
            <a:off x="813786" y="1435223"/>
            <a:ext cx="599242" cy="554854"/>
          </a:xfrm>
          <a:prstGeom prst="ellipse">
            <a:avLst/>
          </a:prstGeom>
          <a:solidFill>
            <a:srgbClr val="000000">
              <a:alpha val="44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AE9FEFAF-032B-37FC-C415-54BB903F3179}"/>
              </a:ext>
            </a:extLst>
          </p:cNvPr>
          <p:cNvCxnSpPr/>
          <p:nvPr/>
        </p:nvCxnSpPr>
        <p:spPr>
          <a:xfrm>
            <a:off x="1113407" y="895258"/>
            <a:ext cx="11836" cy="514904"/>
          </a:xfrm>
          <a:prstGeom prst="straightConnector1">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CCEF214-569B-37C4-4CDB-E7B62006D248}"/>
              </a:ext>
            </a:extLst>
          </p:cNvPr>
          <p:cNvCxnSpPr>
            <a:cxnSpLocks/>
          </p:cNvCxnSpPr>
          <p:nvPr/>
        </p:nvCxnSpPr>
        <p:spPr>
          <a:xfrm>
            <a:off x="1106102" y="895258"/>
            <a:ext cx="4359584" cy="0"/>
          </a:xfrm>
          <a:prstGeom prst="straightConnector1">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DAD69E9-B31F-CD7A-5A43-AFB83CCB4384}"/>
              </a:ext>
            </a:extLst>
          </p:cNvPr>
          <p:cNvCxnSpPr>
            <a:cxnSpLocks/>
          </p:cNvCxnSpPr>
          <p:nvPr/>
        </p:nvCxnSpPr>
        <p:spPr>
          <a:xfrm>
            <a:off x="5457004" y="895258"/>
            <a:ext cx="0" cy="382387"/>
          </a:xfrm>
          <a:prstGeom prst="straightConnector1">
            <a:avLst/>
          </a:prstGeom>
          <a:ln w="28575">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823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Graphical user interface, application&#10;&#10;Description automatically generated">
            <a:extLst>
              <a:ext uri="{FF2B5EF4-FFF2-40B4-BE49-F238E27FC236}">
                <a16:creationId xmlns:a16="http://schemas.microsoft.com/office/drawing/2014/main" id="{A55C3B3E-AAD5-A62E-3C4F-C9786CB35D1F}"/>
              </a:ext>
            </a:extLst>
          </p:cNvPr>
          <p:cNvPicPr>
            <a:picLocks noGrp="1" noChangeAspect="1"/>
          </p:cNvPicPr>
          <p:nvPr>
            <p:ph idx="1"/>
          </p:nvPr>
        </p:nvPicPr>
        <p:blipFill>
          <a:blip r:embed="rId2"/>
          <a:stretch>
            <a:fillRect/>
          </a:stretch>
        </p:blipFill>
        <p:spPr>
          <a:xfrm>
            <a:off x="882106" y="1150883"/>
            <a:ext cx="1844643" cy="3971222"/>
          </a:xfrm>
        </p:spPr>
      </p:pic>
      <p:sp>
        <p:nvSpPr>
          <p:cNvPr id="4" name="TextBox 3">
            <a:extLst>
              <a:ext uri="{FF2B5EF4-FFF2-40B4-BE49-F238E27FC236}">
                <a16:creationId xmlns:a16="http://schemas.microsoft.com/office/drawing/2014/main" id="{B0A5D774-7351-6FB9-D5CC-F17615D5A055}"/>
              </a:ext>
            </a:extLst>
          </p:cNvPr>
          <p:cNvSpPr txBox="1"/>
          <p:nvPr/>
        </p:nvSpPr>
        <p:spPr>
          <a:xfrm>
            <a:off x="373967" y="5230525"/>
            <a:ext cx="11776360" cy="1785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On the home screen, a drop-down button in the top left corner triggers a side menu when tapped. This menu displays four clickable buttons: Organizations, Category, Location, and Interested Events. Selecting either the Organizations or Category buttons reveals additional sub-options for further navigation.</a:t>
            </a:r>
          </a:p>
          <a:p>
            <a:r>
              <a:rPr lang="en-US" sz="2200" dirty="0">
                <a:latin typeface="Times New Roman"/>
                <a:cs typeface="Times New Roman"/>
              </a:rPr>
              <a:t>.</a:t>
            </a:r>
          </a:p>
        </p:txBody>
      </p:sp>
      <p:pic>
        <p:nvPicPr>
          <p:cNvPr id="6" name="Picture 6" descr="Graphical user interface, application&#10;&#10;Description automatically generated">
            <a:extLst>
              <a:ext uri="{FF2B5EF4-FFF2-40B4-BE49-F238E27FC236}">
                <a16:creationId xmlns:a16="http://schemas.microsoft.com/office/drawing/2014/main" id="{9E38532B-F346-FEC7-3B77-14FD8B5DF221}"/>
              </a:ext>
            </a:extLst>
          </p:cNvPr>
          <p:cNvPicPr>
            <a:picLocks noChangeAspect="1"/>
          </p:cNvPicPr>
          <p:nvPr/>
        </p:nvPicPr>
        <p:blipFill>
          <a:blip r:embed="rId3"/>
          <a:stretch>
            <a:fillRect/>
          </a:stretch>
        </p:blipFill>
        <p:spPr>
          <a:xfrm>
            <a:off x="6093299" y="1142552"/>
            <a:ext cx="1845009" cy="3971359"/>
          </a:xfrm>
          <a:prstGeom prst="rect">
            <a:avLst/>
          </a:prstGeom>
        </p:spPr>
      </p:pic>
      <p:pic>
        <p:nvPicPr>
          <p:cNvPr id="7" name="Picture 7" descr="Graphical user interface, application&#10;&#10;Description automatically generated">
            <a:extLst>
              <a:ext uri="{FF2B5EF4-FFF2-40B4-BE49-F238E27FC236}">
                <a16:creationId xmlns:a16="http://schemas.microsoft.com/office/drawing/2014/main" id="{68928B75-E32C-D866-2E69-26A7B732B20C}"/>
              </a:ext>
            </a:extLst>
          </p:cNvPr>
          <p:cNvPicPr>
            <a:picLocks noChangeAspect="1"/>
          </p:cNvPicPr>
          <p:nvPr/>
        </p:nvPicPr>
        <p:blipFill>
          <a:blip r:embed="rId4"/>
          <a:stretch>
            <a:fillRect/>
          </a:stretch>
        </p:blipFill>
        <p:spPr>
          <a:xfrm>
            <a:off x="3489283" y="1148252"/>
            <a:ext cx="1841022" cy="3973823"/>
          </a:xfrm>
          <a:prstGeom prst="rect">
            <a:avLst/>
          </a:prstGeom>
        </p:spPr>
      </p:pic>
      <p:pic>
        <p:nvPicPr>
          <p:cNvPr id="8" name="Picture 8" descr="Graphical user interface, application&#10;&#10;Description automatically generated">
            <a:extLst>
              <a:ext uri="{FF2B5EF4-FFF2-40B4-BE49-F238E27FC236}">
                <a16:creationId xmlns:a16="http://schemas.microsoft.com/office/drawing/2014/main" id="{DD5A7961-52F8-5DDE-9F23-F0861E196A5E}"/>
              </a:ext>
            </a:extLst>
          </p:cNvPr>
          <p:cNvPicPr>
            <a:picLocks noChangeAspect="1"/>
          </p:cNvPicPr>
          <p:nvPr/>
        </p:nvPicPr>
        <p:blipFill>
          <a:blip r:embed="rId5"/>
          <a:stretch>
            <a:fillRect/>
          </a:stretch>
        </p:blipFill>
        <p:spPr>
          <a:xfrm>
            <a:off x="8701659" y="1148030"/>
            <a:ext cx="1852228" cy="3973823"/>
          </a:xfrm>
          <a:prstGeom prst="rect">
            <a:avLst/>
          </a:prstGeom>
        </p:spPr>
      </p:pic>
      <p:sp>
        <p:nvSpPr>
          <p:cNvPr id="9" name="Title 1">
            <a:extLst>
              <a:ext uri="{FF2B5EF4-FFF2-40B4-BE49-F238E27FC236}">
                <a16:creationId xmlns:a16="http://schemas.microsoft.com/office/drawing/2014/main" id="{763342B9-19BA-59B7-D2A3-4FBB19ED2C78}"/>
              </a:ext>
            </a:extLst>
          </p:cNvPr>
          <p:cNvSpPr txBox="1">
            <a:spLocks/>
          </p:cNvSpPr>
          <p:nvPr/>
        </p:nvSpPr>
        <p:spPr>
          <a:xfrm>
            <a:off x="228240" y="182331"/>
            <a:ext cx="9404723" cy="140053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Times New Roman"/>
                <a:cs typeface="Times New Roman"/>
              </a:rPr>
              <a:t>The Drop-Down Button Screen</a:t>
            </a:r>
          </a:p>
        </p:txBody>
      </p:sp>
      <p:sp>
        <p:nvSpPr>
          <p:cNvPr id="11" name="Oval 10">
            <a:extLst>
              <a:ext uri="{FF2B5EF4-FFF2-40B4-BE49-F238E27FC236}">
                <a16:creationId xmlns:a16="http://schemas.microsoft.com/office/drawing/2014/main" id="{50DFC35A-6CE1-72F0-6229-AC5B988A3A52}"/>
              </a:ext>
            </a:extLst>
          </p:cNvPr>
          <p:cNvSpPr/>
          <p:nvPr/>
        </p:nvSpPr>
        <p:spPr>
          <a:xfrm>
            <a:off x="961747" y="1442621"/>
            <a:ext cx="406893" cy="406893"/>
          </a:xfrm>
          <a:prstGeom prst="ellipse">
            <a:avLst/>
          </a:prstGeom>
          <a:solidFill>
            <a:srgbClr val="000000">
              <a:alpha val="44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C2DAEA70-8A55-2DE3-9B65-3C43728E89EA}"/>
              </a:ext>
            </a:extLst>
          </p:cNvPr>
          <p:cNvCxnSpPr/>
          <p:nvPr/>
        </p:nvCxnSpPr>
        <p:spPr>
          <a:xfrm>
            <a:off x="1106102" y="917452"/>
            <a:ext cx="11836" cy="514904"/>
          </a:xfrm>
          <a:prstGeom prst="straightConnector1">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28E62FF-FB70-FE46-0509-3A2C74D67926}"/>
              </a:ext>
            </a:extLst>
          </p:cNvPr>
          <p:cNvCxnSpPr>
            <a:cxnSpLocks/>
          </p:cNvCxnSpPr>
          <p:nvPr/>
        </p:nvCxnSpPr>
        <p:spPr>
          <a:xfrm flipV="1">
            <a:off x="1106102" y="884900"/>
            <a:ext cx="2675136" cy="10358"/>
          </a:xfrm>
          <a:prstGeom prst="straightConnector1">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17F2DA8-69F1-DD17-90E7-53FC78067315}"/>
              </a:ext>
            </a:extLst>
          </p:cNvPr>
          <p:cNvCxnSpPr/>
          <p:nvPr/>
        </p:nvCxnSpPr>
        <p:spPr>
          <a:xfrm>
            <a:off x="3789287" y="885548"/>
            <a:ext cx="4438" cy="270768"/>
          </a:xfrm>
          <a:prstGeom prst="straightConnector1">
            <a:avLst/>
          </a:prstGeom>
          <a:ln w="28575">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BD723411-CDC6-4BFE-B893-3D1EEE3E7FDE}"/>
              </a:ext>
            </a:extLst>
          </p:cNvPr>
          <p:cNvSpPr/>
          <p:nvPr/>
        </p:nvSpPr>
        <p:spPr>
          <a:xfrm>
            <a:off x="3514077" y="2485747"/>
            <a:ext cx="406893" cy="406893"/>
          </a:xfrm>
          <a:prstGeom prst="ellipse">
            <a:avLst/>
          </a:prstGeom>
          <a:solidFill>
            <a:srgbClr val="000000">
              <a:alpha val="44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53A3CA29-94CC-DD5E-515E-95884E2A39C4}"/>
              </a:ext>
            </a:extLst>
          </p:cNvPr>
          <p:cNvCxnSpPr/>
          <p:nvPr/>
        </p:nvCxnSpPr>
        <p:spPr>
          <a:xfrm flipV="1">
            <a:off x="3952043" y="2680316"/>
            <a:ext cx="2142476" cy="10358"/>
          </a:xfrm>
          <a:prstGeom prst="straightConnector1">
            <a:avLst/>
          </a:prstGeom>
          <a:ln w="28575">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111384BB-3C13-E016-C98E-098D2C355747}"/>
              </a:ext>
            </a:extLst>
          </p:cNvPr>
          <p:cNvSpPr/>
          <p:nvPr/>
        </p:nvSpPr>
        <p:spPr>
          <a:xfrm>
            <a:off x="6140388" y="2641106"/>
            <a:ext cx="406893" cy="406893"/>
          </a:xfrm>
          <a:prstGeom prst="ellipse">
            <a:avLst/>
          </a:prstGeom>
          <a:solidFill>
            <a:srgbClr val="000000">
              <a:alpha val="44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9046732D-4DB3-C3CD-DD0C-0CEFA2535718}"/>
              </a:ext>
            </a:extLst>
          </p:cNvPr>
          <p:cNvCxnSpPr>
            <a:cxnSpLocks/>
          </p:cNvCxnSpPr>
          <p:nvPr/>
        </p:nvCxnSpPr>
        <p:spPr>
          <a:xfrm flipV="1">
            <a:off x="6578354" y="2835675"/>
            <a:ext cx="2142476" cy="10358"/>
          </a:xfrm>
          <a:prstGeom prst="straightConnector1">
            <a:avLst/>
          </a:prstGeom>
          <a:ln w="28575">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4944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A7BC5E1-BE2B-7FD2-E942-5F9DB0DD7E17}"/>
              </a:ext>
            </a:extLst>
          </p:cNvPr>
          <p:cNvSpPr txBox="1"/>
          <p:nvPr/>
        </p:nvSpPr>
        <p:spPr>
          <a:xfrm>
            <a:off x="1102434" y="5608799"/>
            <a:ext cx="9989712"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effectLst/>
                <a:latin typeface="Times New Roman" panose="02020603050405020304" pitchFamily="18" charset="0"/>
                <a:cs typeface="Times New Roman" panose="02020603050405020304" pitchFamily="18" charset="0"/>
              </a:rPr>
              <a:t>Users can set event reminders that automatically sync with their phone calendar to keep track of upcoming event dates. Additionally, they can use the "map" feature to get directions and navigate to event venues.</a:t>
            </a:r>
          </a:p>
        </p:txBody>
      </p:sp>
      <p:sp>
        <p:nvSpPr>
          <p:cNvPr id="7" name="Title 1">
            <a:extLst>
              <a:ext uri="{FF2B5EF4-FFF2-40B4-BE49-F238E27FC236}">
                <a16:creationId xmlns:a16="http://schemas.microsoft.com/office/drawing/2014/main" id="{025BBC88-59EE-F206-4A80-0311EEFFD872}"/>
              </a:ext>
            </a:extLst>
          </p:cNvPr>
          <p:cNvSpPr txBox="1">
            <a:spLocks/>
          </p:cNvSpPr>
          <p:nvPr/>
        </p:nvSpPr>
        <p:spPr>
          <a:xfrm>
            <a:off x="228240" y="182331"/>
            <a:ext cx="9404723" cy="140053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Times New Roman"/>
                <a:cs typeface="Times New Roman"/>
              </a:rPr>
              <a:t>Interested Event</a:t>
            </a:r>
          </a:p>
        </p:txBody>
      </p:sp>
      <p:pic>
        <p:nvPicPr>
          <p:cNvPr id="8" name="Picture 8" descr="Graphical user interface&#10;&#10;Description automatically generated">
            <a:extLst>
              <a:ext uri="{FF2B5EF4-FFF2-40B4-BE49-F238E27FC236}">
                <a16:creationId xmlns:a16="http://schemas.microsoft.com/office/drawing/2014/main" id="{78161BFF-6DE4-AB8E-8D62-44F550CF5B6B}"/>
              </a:ext>
            </a:extLst>
          </p:cNvPr>
          <p:cNvPicPr>
            <a:picLocks noChangeAspect="1"/>
          </p:cNvPicPr>
          <p:nvPr/>
        </p:nvPicPr>
        <p:blipFill>
          <a:blip r:embed="rId2"/>
          <a:stretch>
            <a:fillRect/>
          </a:stretch>
        </p:blipFill>
        <p:spPr>
          <a:xfrm>
            <a:off x="995790" y="1388146"/>
            <a:ext cx="1841886" cy="3974953"/>
          </a:xfrm>
          <a:prstGeom prst="rect">
            <a:avLst/>
          </a:prstGeom>
        </p:spPr>
      </p:pic>
      <p:pic>
        <p:nvPicPr>
          <p:cNvPr id="9" name="Picture 9" descr="Graphical user interface&#10;&#10;Description automatically generated">
            <a:extLst>
              <a:ext uri="{FF2B5EF4-FFF2-40B4-BE49-F238E27FC236}">
                <a16:creationId xmlns:a16="http://schemas.microsoft.com/office/drawing/2014/main" id="{60A4C264-AD66-4C05-54A6-DE503FB9547D}"/>
              </a:ext>
            </a:extLst>
          </p:cNvPr>
          <p:cNvPicPr>
            <a:picLocks noChangeAspect="1"/>
          </p:cNvPicPr>
          <p:nvPr/>
        </p:nvPicPr>
        <p:blipFill>
          <a:blip r:embed="rId3"/>
          <a:stretch>
            <a:fillRect/>
          </a:stretch>
        </p:blipFill>
        <p:spPr>
          <a:xfrm>
            <a:off x="3638409" y="1388146"/>
            <a:ext cx="1849284" cy="3974953"/>
          </a:xfrm>
          <a:prstGeom prst="rect">
            <a:avLst/>
          </a:prstGeom>
        </p:spPr>
      </p:pic>
      <p:pic>
        <p:nvPicPr>
          <p:cNvPr id="10" name="Picture 10" descr="Graphical user interface, application&#10;&#10;Description automatically generated">
            <a:extLst>
              <a:ext uri="{FF2B5EF4-FFF2-40B4-BE49-F238E27FC236}">
                <a16:creationId xmlns:a16="http://schemas.microsoft.com/office/drawing/2014/main" id="{EBCAD327-C8CB-6456-207B-E74CAC7587FB}"/>
              </a:ext>
            </a:extLst>
          </p:cNvPr>
          <p:cNvPicPr>
            <a:picLocks noChangeAspect="1"/>
          </p:cNvPicPr>
          <p:nvPr/>
        </p:nvPicPr>
        <p:blipFill>
          <a:blip r:embed="rId4"/>
          <a:stretch>
            <a:fillRect/>
          </a:stretch>
        </p:blipFill>
        <p:spPr>
          <a:xfrm>
            <a:off x="8975512" y="1447331"/>
            <a:ext cx="1804101" cy="3923167"/>
          </a:xfrm>
          <a:prstGeom prst="rect">
            <a:avLst/>
          </a:prstGeom>
        </p:spPr>
      </p:pic>
      <p:sp>
        <p:nvSpPr>
          <p:cNvPr id="3" name="Oval 2">
            <a:extLst>
              <a:ext uri="{FF2B5EF4-FFF2-40B4-BE49-F238E27FC236}">
                <a16:creationId xmlns:a16="http://schemas.microsoft.com/office/drawing/2014/main" id="{22070C18-46E5-818C-08C6-FB9E26CAE0CC}"/>
              </a:ext>
            </a:extLst>
          </p:cNvPr>
          <p:cNvSpPr/>
          <p:nvPr/>
        </p:nvSpPr>
        <p:spPr>
          <a:xfrm>
            <a:off x="2485747" y="1768136"/>
            <a:ext cx="406893" cy="406893"/>
          </a:xfrm>
          <a:prstGeom prst="ellipse">
            <a:avLst/>
          </a:prstGeom>
          <a:solidFill>
            <a:srgbClr val="000000">
              <a:alpha val="44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5F7E1250-F0CD-FF89-23A8-F6AA34008CA2}"/>
              </a:ext>
            </a:extLst>
          </p:cNvPr>
          <p:cNvCxnSpPr/>
          <p:nvPr/>
        </p:nvCxnSpPr>
        <p:spPr>
          <a:xfrm flipH="1">
            <a:off x="2686326" y="984036"/>
            <a:ext cx="2960" cy="781233"/>
          </a:xfrm>
          <a:prstGeom prst="straightConnector1">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8CDCEA5-E6D8-1371-3372-C9E0E8858B43}"/>
              </a:ext>
            </a:extLst>
          </p:cNvPr>
          <p:cNvCxnSpPr>
            <a:cxnSpLocks/>
          </p:cNvCxnSpPr>
          <p:nvPr/>
        </p:nvCxnSpPr>
        <p:spPr>
          <a:xfrm flipV="1">
            <a:off x="2689286" y="973678"/>
            <a:ext cx="1491447" cy="10358"/>
          </a:xfrm>
          <a:prstGeom prst="straightConnector1">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30DEEA2-A866-7E9E-63E0-EA2B5327D96D}"/>
              </a:ext>
            </a:extLst>
          </p:cNvPr>
          <p:cNvCxnSpPr/>
          <p:nvPr/>
        </p:nvCxnSpPr>
        <p:spPr>
          <a:xfrm flipH="1">
            <a:off x="4193220" y="981723"/>
            <a:ext cx="2960" cy="418729"/>
          </a:xfrm>
          <a:prstGeom prst="straightConnector1">
            <a:avLst/>
          </a:prstGeom>
          <a:ln w="28575">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8" descr="Graphical user interface, application&#10;&#10;Description automatically generated">
            <a:extLst>
              <a:ext uri="{FF2B5EF4-FFF2-40B4-BE49-F238E27FC236}">
                <a16:creationId xmlns:a16="http://schemas.microsoft.com/office/drawing/2014/main" id="{54811D55-40D5-9769-8C19-70317AB4EF67}"/>
              </a:ext>
            </a:extLst>
          </p:cNvPr>
          <p:cNvPicPr>
            <a:picLocks noChangeAspect="1"/>
          </p:cNvPicPr>
          <p:nvPr/>
        </p:nvPicPr>
        <p:blipFill>
          <a:blip r:embed="rId5"/>
          <a:stretch>
            <a:fillRect/>
          </a:stretch>
        </p:blipFill>
        <p:spPr>
          <a:xfrm>
            <a:off x="6319485" y="1392165"/>
            <a:ext cx="1852228" cy="3973823"/>
          </a:xfrm>
          <a:prstGeom prst="rect">
            <a:avLst/>
          </a:prstGeom>
        </p:spPr>
      </p:pic>
      <p:sp>
        <p:nvSpPr>
          <p:cNvPr id="18" name="Oval 17">
            <a:extLst>
              <a:ext uri="{FF2B5EF4-FFF2-40B4-BE49-F238E27FC236}">
                <a16:creationId xmlns:a16="http://schemas.microsoft.com/office/drawing/2014/main" id="{D580181A-9BDF-4D19-C929-9DEF263566AD}"/>
              </a:ext>
            </a:extLst>
          </p:cNvPr>
          <p:cNvSpPr/>
          <p:nvPr/>
        </p:nvSpPr>
        <p:spPr>
          <a:xfrm>
            <a:off x="6384524" y="3084989"/>
            <a:ext cx="406893" cy="406893"/>
          </a:xfrm>
          <a:prstGeom prst="ellipse">
            <a:avLst/>
          </a:prstGeom>
          <a:solidFill>
            <a:srgbClr val="000000">
              <a:alpha val="44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76FCD54F-7E7E-2689-BDCB-5869FC2B3D08}"/>
              </a:ext>
            </a:extLst>
          </p:cNvPr>
          <p:cNvCxnSpPr>
            <a:cxnSpLocks/>
          </p:cNvCxnSpPr>
          <p:nvPr/>
        </p:nvCxnSpPr>
        <p:spPr>
          <a:xfrm flipV="1">
            <a:off x="6822490" y="3279558"/>
            <a:ext cx="2142476" cy="10358"/>
          </a:xfrm>
          <a:prstGeom prst="straightConnector1">
            <a:avLst/>
          </a:prstGeom>
          <a:ln w="28575">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4998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98E7650-F294-8E03-E567-6397916F7765}"/>
              </a:ext>
            </a:extLst>
          </p:cNvPr>
          <p:cNvSpPr txBox="1"/>
          <p:nvPr/>
        </p:nvSpPr>
        <p:spPr>
          <a:xfrm>
            <a:off x="572312" y="5643922"/>
            <a:ext cx="11144106"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effectLst/>
                <a:latin typeface="Times New Roman" panose="02020603050405020304" pitchFamily="18" charset="0"/>
                <a:cs typeface="Times New Roman" panose="02020603050405020304" pitchFamily="18" charset="0"/>
              </a:rPr>
              <a:t>Users can create new events in the app, including details like a description, location, and time for each event. An admin must then approve or reject the event request before it is published on the app.</a:t>
            </a:r>
          </a:p>
        </p:txBody>
      </p:sp>
      <p:sp>
        <p:nvSpPr>
          <p:cNvPr id="9" name="Title 1">
            <a:extLst>
              <a:ext uri="{FF2B5EF4-FFF2-40B4-BE49-F238E27FC236}">
                <a16:creationId xmlns:a16="http://schemas.microsoft.com/office/drawing/2014/main" id="{DE0A2C1C-7E50-4086-42AA-92C42A244C15}"/>
              </a:ext>
            </a:extLst>
          </p:cNvPr>
          <p:cNvSpPr>
            <a:spLocks noGrp="1"/>
          </p:cNvSpPr>
          <p:nvPr>
            <p:ph type="title"/>
          </p:nvPr>
        </p:nvSpPr>
        <p:spPr>
          <a:xfrm>
            <a:off x="228240" y="182331"/>
            <a:ext cx="9404723" cy="1400530"/>
          </a:xfrm>
        </p:spPr>
        <p:txBody>
          <a:bodyPr/>
          <a:lstStyle/>
          <a:p>
            <a:r>
              <a:rPr lang="en-US" dirty="0">
                <a:latin typeface="Times New Roman"/>
                <a:cs typeface="Times New Roman"/>
              </a:rPr>
              <a:t>Create Event</a:t>
            </a:r>
          </a:p>
        </p:txBody>
      </p:sp>
      <p:pic>
        <p:nvPicPr>
          <p:cNvPr id="14" name="Picture 14">
            <a:extLst>
              <a:ext uri="{FF2B5EF4-FFF2-40B4-BE49-F238E27FC236}">
                <a16:creationId xmlns:a16="http://schemas.microsoft.com/office/drawing/2014/main" id="{26C3C987-832B-9288-8ED7-094077CD5487}"/>
              </a:ext>
            </a:extLst>
          </p:cNvPr>
          <p:cNvPicPr>
            <a:picLocks noChangeAspect="1"/>
          </p:cNvPicPr>
          <p:nvPr/>
        </p:nvPicPr>
        <p:blipFill>
          <a:blip r:embed="rId2"/>
          <a:stretch>
            <a:fillRect/>
          </a:stretch>
        </p:blipFill>
        <p:spPr>
          <a:xfrm>
            <a:off x="7903668" y="1119987"/>
            <a:ext cx="1992473" cy="4304127"/>
          </a:xfrm>
          <a:prstGeom prst="rect">
            <a:avLst/>
          </a:prstGeom>
        </p:spPr>
      </p:pic>
      <p:pic>
        <p:nvPicPr>
          <p:cNvPr id="17" name="Picture 17">
            <a:extLst>
              <a:ext uri="{FF2B5EF4-FFF2-40B4-BE49-F238E27FC236}">
                <a16:creationId xmlns:a16="http://schemas.microsoft.com/office/drawing/2014/main" id="{F13B2A77-5593-590B-182A-7FBEF21F5F62}"/>
              </a:ext>
            </a:extLst>
          </p:cNvPr>
          <p:cNvPicPr>
            <a:picLocks noChangeAspect="1"/>
          </p:cNvPicPr>
          <p:nvPr/>
        </p:nvPicPr>
        <p:blipFill>
          <a:blip r:embed="rId3"/>
          <a:stretch>
            <a:fillRect/>
          </a:stretch>
        </p:blipFill>
        <p:spPr>
          <a:xfrm>
            <a:off x="4738174" y="1119987"/>
            <a:ext cx="1992473" cy="4304127"/>
          </a:xfrm>
          <a:prstGeom prst="rect">
            <a:avLst/>
          </a:prstGeom>
        </p:spPr>
      </p:pic>
      <p:pic>
        <p:nvPicPr>
          <p:cNvPr id="8" name="Picture 6" descr="Graphical user interface, application&#10;&#10;Description automatically generated">
            <a:extLst>
              <a:ext uri="{FF2B5EF4-FFF2-40B4-BE49-F238E27FC236}">
                <a16:creationId xmlns:a16="http://schemas.microsoft.com/office/drawing/2014/main" id="{6B648C80-DBD9-D9A0-E597-E3185B56D456}"/>
              </a:ext>
            </a:extLst>
          </p:cNvPr>
          <p:cNvPicPr>
            <a:picLocks noChangeAspect="1"/>
          </p:cNvPicPr>
          <p:nvPr/>
        </p:nvPicPr>
        <p:blipFill>
          <a:blip r:embed="rId4"/>
          <a:stretch>
            <a:fillRect/>
          </a:stretch>
        </p:blipFill>
        <p:spPr>
          <a:xfrm>
            <a:off x="1710626" y="1117003"/>
            <a:ext cx="1993878" cy="4304012"/>
          </a:xfrm>
          <a:prstGeom prst="rect">
            <a:avLst/>
          </a:prstGeom>
        </p:spPr>
      </p:pic>
      <p:sp>
        <p:nvSpPr>
          <p:cNvPr id="3" name="Oval 2">
            <a:extLst>
              <a:ext uri="{FF2B5EF4-FFF2-40B4-BE49-F238E27FC236}">
                <a16:creationId xmlns:a16="http://schemas.microsoft.com/office/drawing/2014/main" id="{5C57A12B-DDBC-0119-02E5-3F9DF2D49143}"/>
              </a:ext>
            </a:extLst>
          </p:cNvPr>
          <p:cNvSpPr/>
          <p:nvPr/>
        </p:nvSpPr>
        <p:spPr>
          <a:xfrm>
            <a:off x="3388310" y="1294660"/>
            <a:ext cx="421689" cy="421689"/>
          </a:xfrm>
          <a:prstGeom prst="ellipse">
            <a:avLst/>
          </a:prstGeom>
          <a:solidFill>
            <a:srgbClr val="000000">
              <a:alpha val="44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6E2E7C98-8B0F-981C-CB98-E266A1ED9EE1}"/>
              </a:ext>
            </a:extLst>
          </p:cNvPr>
          <p:cNvCxnSpPr>
            <a:cxnSpLocks/>
          </p:cNvCxnSpPr>
          <p:nvPr/>
        </p:nvCxnSpPr>
        <p:spPr>
          <a:xfrm flipV="1">
            <a:off x="3811480" y="1496625"/>
            <a:ext cx="921797" cy="2960"/>
          </a:xfrm>
          <a:prstGeom prst="straightConnector1">
            <a:avLst/>
          </a:prstGeom>
          <a:ln w="28575">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3AFCBA0C-4836-AC9A-7E7A-EAB28E9EEF2F}"/>
              </a:ext>
            </a:extLst>
          </p:cNvPr>
          <p:cNvSpPr/>
          <p:nvPr/>
        </p:nvSpPr>
        <p:spPr>
          <a:xfrm>
            <a:off x="5415378" y="2722485"/>
            <a:ext cx="547456" cy="532660"/>
          </a:xfrm>
          <a:prstGeom prst="ellipse">
            <a:avLst/>
          </a:prstGeom>
          <a:solidFill>
            <a:srgbClr val="000000">
              <a:alpha val="44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2A082725-BF6F-98B3-108E-3C11719C1EC6}"/>
              </a:ext>
            </a:extLst>
          </p:cNvPr>
          <p:cNvCxnSpPr>
            <a:cxnSpLocks/>
          </p:cNvCxnSpPr>
          <p:nvPr/>
        </p:nvCxnSpPr>
        <p:spPr>
          <a:xfrm flipV="1">
            <a:off x="5964315" y="2983635"/>
            <a:ext cx="1942729" cy="2960"/>
          </a:xfrm>
          <a:prstGeom prst="straightConnector1">
            <a:avLst/>
          </a:prstGeom>
          <a:ln w="28575">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7118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89AD1F-96F9-4DB8-3FDC-06E05D4F4007}"/>
              </a:ext>
            </a:extLst>
          </p:cNvPr>
          <p:cNvSpPr>
            <a:spLocks noGrp="1"/>
          </p:cNvSpPr>
          <p:nvPr>
            <p:ph idx="1"/>
          </p:nvPr>
        </p:nvSpPr>
        <p:spPr>
          <a:xfrm>
            <a:off x="7006231" y="2245725"/>
            <a:ext cx="4178329" cy="4195481"/>
          </a:xfrm>
        </p:spPr>
        <p:txBody>
          <a:bodyPr vert="horz" lIns="91440" tIns="45720" rIns="91440" bIns="45720" rtlCol="0" anchor="t">
            <a:normAutofit/>
          </a:bodyPr>
          <a:lstStyle/>
          <a:p>
            <a:pPr marL="0" indent="0">
              <a:buNone/>
            </a:pPr>
            <a:r>
              <a:rPr lang="en-US" sz="2200" dirty="0">
                <a:effectLst/>
                <a:latin typeface="Times New Roman" panose="02020603050405020304" pitchFamily="18" charset="0"/>
                <a:cs typeface="Times New Roman" panose="02020603050405020304" pitchFamily="18" charset="0"/>
              </a:rPr>
              <a:t>This page is exclusively for staff with permission to approve proposed events. To handle errors, it includes two buttons: one for canceling duplicate events and another for approving or denying upcoming events.</a:t>
            </a:r>
          </a:p>
        </p:txBody>
      </p:sp>
      <p:pic>
        <p:nvPicPr>
          <p:cNvPr id="7" name="Picture 7" descr="Graphical user interface, application&#10;&#10;Description automatically generated">
            <a:extLst>
              <a:ext uri="{FF2B5EF4-FFF2-40B4-BE49-F238E27FC236}">
                <a16:creationId xmlns:a16="http://schemas.microsoft.com/office/drawing/2014/main" id="{2BC353C3-DB47-42B6-4DA2-819F367644D4}"/>
              </a:ext>
            </a:extLst>
          </p:cNvPr>
          <p:cNvPicPr>
            <a:picLocks noChangeAspect="1"/>
          </p:cNvPicPr>
          <p:nvPr/>
        </p:nvPicPr>
        <p:blipFill>
          <a:blip r:embed="rId2"/>
          <a:stretch>
            <a:fillRect/>
          </a:stretch>
        </p:blipFill>
        <p:spPr>
          <a:xfrm>
            <a:off x="634735" y="1134655"/>
            <a:ext cx="2458681" cy="5306551"/>
          </a:xfrm>
          <a:prstGeom prst="rect">
            <a:avLst/>
          </a:prstGeom>
        </p:spPr>
      </p:pic>
      <p:sp>
        <p:nvSpPr>
          <p:cNvPr id="11" name="Title 1">
            <a:extLst>
              <a:ext uri="{FF2B5EF4-FFF2-40B4-BE49-F238E27FC236}">
                <a16:creationId xmlns:a16="http://schemas.microsoft.com/office/drawing/2014/main" id="{32E2FAD0-F14A-1097-99F9-4F8F4BF97C0A}"/>
              </a:ext>
            </a:extLst>
          </p:cNvPr>
          <p:cNvSpPr txBox="1">
            <a:spLocks/>
          </p:cNvSpPr>
          <p:nvPr/>
        </p:nvSpPr>
        <p:spPr>
          <a:xfrm>
            <a:off x="228240" y="182331"/>
            <a:ext cx="9404723" cy="140053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Times New Roman"/>
                <a:cs typeface="Times New Roman"/>
              </a:rPr>
              <a:t>Admin</a:t>
            </a:r>
          </a:p>
        </p:txBody>
      </p:sp>
      <p:sp>
        <p:nvSpPr>
          <p:cNvPr id="4" name="Oval 3">
            <a:extLst>
              <a:ext uri="{FF2B5EF4-FFF2-40B4-BE49-F238E27FC236}">
                <a16:creationId xmlns:a16="http://schemas.microsoft.com/office/drawing/2014/main" id="{E0161F52-0997-5C77-D9D0-1580AC60E5FA}"/>
              </a:ext>
            </a:extLst>
          </p:cNvPr>
          <p:cNvSpPr/>
          <p:nvPr/>
        </p:nvSpPr>
        <p:spPr>
          <a:xfrm>
            <a:off x="1442622" y="3011009"/>
            <a:ext cx="732407" cy="732407"/>
          </a:xfrm>
          <a:prstGeom prst="ellipse">
            <a:avLst/>
          </a:prstGeom>
          <a:solidFill>
            <a:srgbClr val="000000">
              <a:alpha val="44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07CC35C4-8D07-802B-4D02-FAF65B1E548B}"/>
              </a:ext>
            </a:extLst>
          </p:cNvPr>
          <p:cNvCxnSpPr>
            <a:cxnSpLocks/>
          </p:cNvCxnSpPr>
          <p:nvPr/>
        </p:nvCxnSpPr>
        <p:spPr>
          <a:xfrm flipV="1">
            <a:off x="2176509" y="3383131"/>
            <a:ext cx="1905739" cy="2960"/>
          </a:xfrm>
          <a:prstGeom prst="straightConnector1">
            <a:avLst/>
          </a:prstGeom>
          <a:ln w="28575">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14" descr="Graphical user interface, application&#10;&#10;Description automatically generated">
            <a:extLst>
              <a:ext uri="{FF2B5EF4-FFF2-40B4-BE49-F238E27FC236}">
                <a16:creationId xmlns:a16="http://schemas.microsoft.com/office/drawing/2014/main" id="{7E047375-CA68-EC77-B784-C24B985713B9}"/>
              </a:ext>
            </a:extLst>
          </p:cNvPr>
          <p:cNvPicPr>
            <a:picLocks noChangeAspect="1"/>
          </p:cNvPicPr>
          <p:nvPr/>
        </p:nvPicPr>
        <p:blipFill>
          <a:blip r:embed="rId3"/>
          <a:stretch>
            <a:fillRect/>
          </a:stretch>
        </p:blipFill>
        <p:spPr>
          <a:xfrm>
            <a:off x="4087067" y="1130964"/>
            <a:ext cx="2453697" cy="5310581"/>
          </a:xfrm>
          <a:prstGeom prst="rect">
            <a:avLst/>
          </a:prstGeom>
        </p:spPr>
      </p:pic>
    </p:spTree>
    <p:extLst>
      <p:ext uri="{BB962C8B-B14F-4D97-AF65-F5344CB8AC3E}">
        <p14:creationId xmlns:p14="http://schemas.microsoft.com/office/powerpoint/2010/main" val="1647579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descr="Graphical user interface, application&#10;&#10;Description automatically generated">
            <a:extLst>
              <a:ext uri="{FF2B5EF4-FFF2-40B4-BE49-F238E27FC236}">
                <a16:creationId xmlns:a16="http://schemas.microsoft.com/office/drawing/2014/main" id="{BF88D370-6E1F-DCF7-F52B-048877B84867}"/>
              </a:ext>
            </a:extLst>
          </p:cNvPr>
          <p:cNvPicPr>
            <a:picLocks noGrp="1" noChangeAspect="1"/>
          </p:cNvPicPr>
          <p:nvPr>
            <p:ph idx="1"/>
          </p:nvPr>
        </p:nvPicPr>
        <p:blipFill>
          <a:blip r:embed="rId2"/>
          <a:stretch>
            <a:fillRect/>
          </a:stretch>
        </p:blipFill>
        <p:spPr>
          <a:xfrm>
            <a:off x="2142905" y="1072447"/>
            <a:ext cx="1912975" cy="4145375"/>
          </a:xfrm>
        </p:spPr>
      </p:pic>
      <p:pic>
        <p:nvPicPr>
          <p:cNvPr id="9" name="Picture 9" descr="Text&#10;&#10;Description automatically generated">
            <a:extLst>
              <a:ext uri="{FF2B5EF4-FFF2-40B4-BE49-F238E27FC236}">
                <a16:creationId xmlns:a16="http://schemas.microsoft.com/office/drawing/2014/main" id="{F2AA111D-E5EB-6341-FF56-2C9877124B1D}"/>
              </a:ext>
            </a:extLst>
          </p:cNvPr>
          <p:cNvPicPr>
            <a:picLocks noChangeAspect="1"/>
          </p:cNvPicPr>
          <p:nvPr/>
        </p:nvPicPr>
        <p:blipFill>
          <a:blip r:embed="rId3"/>
          <a:stretch>
            <a:fillRect/>
          </a:stretch>
        </p:blipFill>
        <p:spPr>
          <a:xfrm>
            <a:off x="7863814" y="1071780"/>
            <a:ext cx="1912844" cy="4141687"/>
          </a:xfrm>
          <a:prstGeom prst="rect">
            <a:avLst/>
          </a:prstGeom>
        </p:spPr>
      </p:pic>
      <p:sp>
        <p:nvSpPr>
          <p:cNvPr id="13" name="Title 1">
            <a:extLst>
              <a:ext uri="{FF2B5EF4-FFF2-40B4-BE49-F238E27FC236}">
                <a16:creationId xmlns:a16="http://schemas.microsoft.com/office/drawing/2014/main" id="{34E0638D-6734-E039-999F-5A3E63D82C78}"/>
              </a:ext>
            </a:extLst>
          </p:cNvPr>
          <p:cNvSpPr txBox="1">
            <a:spLocks/>
          </p:cNvSpPr>
          <p:nvPr/>
        </p:nvSpPr>
        <p:spPr>
          <a:xfrm>
            <a:off x="228240" y="182331"/>
            <a:ext cx="9404723" cy="140053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chemeClr val="tx1"/>
                </a:solidFill>
                <a:latin typeface="Times New Roman"/>
                <a:cs typeface="Times New Roman"/>
              </a:rPr>
              <a:t>Admin Event Edit</a:t>
            </a:r>
          </a:p>
        </p:txBody>
      </p:sp>
      <p:pic>
        <p:nvPicPr>
          <p:cNvPr id="14" name="Picture 14" descr="Graphical user interface, application&#10;&#10;Description automatically generated">
            <a:extLst>
              <a:ext uri="{FF2B5EF4-FFF2-40B4-BE49-F238E27FC236}">
                <a16:creationId xmlns:a16="http://schemas.microsoft.com/office/drawing/2014/main" id="{FD522CED-1731-501C-AB9C-97F794E3B38D}"/>
              </a:ext>
            </a:extLst>
          </p:cNvPr>
          <p:cNvPicPr>
            <a:picLocks noChangeAspect="1"/>
          </p:cNvPicPr>
          <p:nvPr/>
        </p:nvPicPr>
        <p:blipFill>
          <a:blip r:embed="rId4"/>
          <a:stretch>
            <a:fillRect/>
          </a:stretch>
        </p:blipFill>
        <p:spPr>
          <a:xfrm>
            <a:off x="5026620" y="1071780"/>
            <a:ext cx="1913639" cy="4141688"/>
          </a:xfrm>
          <a:prstGeom prst="rect">
            <a:avLst/>
          </a:prstGeom>
        </p:spPr>
      </p:pic>
      <p:sp>
        <p:nvSpPr>
          <p:cNvPr id="3" name="TextBox 2">
            <a:extLst>
              <a:ext uri="{FF2B5EF4-FFF2-40B4-BE49-F238E27FC236}">
                <a16:creationId xmlns:a16="http://schemas.microsoft.com/office/drawing/2014/main" id="{675D35A3-D35F-AF4D-1D70-52685CB6A1D6}"/>
              </a:ext>
            </a:extLst>
          </p:cNvPr>
          <p:cNvSpPr txBox="1"/>
          <p:nvPr/>
        </p:nvSpPr>
        <p:spPr>
          <a:xfrm>
            <a:off x="1043955" y="5586242"/>
            <a:ext cx="10026429"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effectLst/>
                <a:latin typeface="Times New Roman" panose="02020603050405020304" pitchFamily="18" charset="0"/>
                <a:cs typeface="Times New Roman" panose="02020603050405020304" pitchFamily="18" charset="0"/>
              </a:rPr>
              <a:t>Select users with admin privileges can access the edit event function, which enables them to modify specific details of an event, such as updating the date, location, and other information as needed.</a:t>
            </a:r>
          </a:p>
        </p:txBody>
      </p:sp>
      <p:sp>
        <p:nvSpPr>
          <p:cNvPr id="4" name="Oval 3">
            <a:extLst>
              <a:ext uri="{FF2B5EF4-FFF2-40B4-BE49-F238E27FC236}">
                <a16:creationId xmlns:a16="http://schemas.microsoft.com/office/drawing/2014/main" id="{75ABB2F4-7F77-9608-5003-2A0B3801C287}"/>
              </a:ext>
            </a:extLst>
          </p:cNvPr>
          <p:cNvSpPr/>
          <p:nvPr/>
        </p:nvSpPr>
        <p:spPr>
          <a:xfrm>
            <a:off x="2900039" y="2633707"/>
            <a:ext cx="406893" cy="406893"/>
          </a:xfrm>
          <a:prstGeom prst="ellipse">
            <a:avLst/>
          </a:prstGeom>
          <a:solidFill>
            <a:srgbClr val="000000">
              <a:alpha val="44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4B26336E-F9C2-417F-37F9-8E084FE7B4C1}"/>
              </a:ext>
            </a:extLst>
          </p:cNvPr>
          <p:cNvCxnSpPr>
            <a:cxnSpLocks/>
          </p:cNvCxnSpPr>
          <p:nvPr/>
        </p:nvCxnSpPr>
        <p:spPr>
          <a:xfrm>
            <a:off x="3338005" y="2838634"/>
            <a:ext cx="1698593" cy="4438"/>
          </a:xfrm>
          <a:prstGeom prst="straightConnector1">
            <a:avLst/>
          </a:prstGeom>
          <a:ln w="28575">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3C2B03D4-F87F-D7EE-BB2E-A30E1B766BCB}"/>
              </a:ext>
            </a:extLst>
          </p:cNvPr>
          <p:cNvSpPr/>
          <p:nvPr/>
        </p:nvSpPr>
        <p:spPr>
          <a:xfrm>
            <a:off x="5215631" y="2226814"/>
            <a:ext cx="406893" cy="406893"/>
          </a:xfrm>
          <a:prstGeom prst="ellipse">
            <a:avLst/>
          </a:prstGeom>
          <a:solidFill>
            <a:srgbClr val="000000">
              <a:alpha val="44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A9D4D20A-1986-19C6-2487-5D51C2B6C36A}"/>
              </a:ext>
            </a:extLst>
          </p:cNvPr>
          <p:cNvCxnSpPr/>
          <p:nvPr/>
        </p:nvCxnSpPr>
        <p:spPr>
          <a:xfrm>
            <a:off x="5404373" y="665920"/>
            <a:ext cx="4438" cy="1550630"/>
          </a:xfrm>
          <a:prstGeom prst="straightConnector1">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D5445BC-0A0E-6945-2592-35672280A45E}"/>
              </a:ext>
            </a:extLst>
          </p:cNvPr>
          <p:cNvCxnSpPr>
            <a:cxnSpLocks/>
          </p:cNvCxnSpPr>
          <p:nvPr/>
        </p:nvCxnSpPr>
        <p:spPr>
          <a:xfrm flipV="1">
            <a:off x="5419169" y="655561"/>
            <a:ext cx="3437136" cy="2960"/>
          </a:xfrm>
          <a:prstGeom prst="straightConnector1">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D5E0BC1-A48C-FE4E-6B66-42195A7CE11E}"/>
              </a:ext>
            </a:extLst>
          </p:cNvPr>
          <p:cNvCxnSpPr/>
          <p:nvPr/>
        </p:nvCxnSpPr>
        <p:spPr>
          <a:xfrm flipH="1">
            <a:off x="8861394" y="663606"/>
            <a:ext cx="2960" cy="418729"/>
          </a:xfrm>
          <a:prstGeom prst="straightConnector1">
            <a:avLst/>
          </a:prstGeom>
          <a:ln w="28575">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5828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A60A19B-24F4-A24A-8AA6-572233BC553D}"/>
              </a:ext>
            </a:extLst>
          </p:cNvPr>
          <p:cNvSpPr txBox="1"/>
          <p:nvPr/>
        </p:nvSpPr>
        <p:spPr>
          <a:xfrm>
            <a:off x="7468000" y="2028616"/>
            <a:ext cx="3723594"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latin typeface="Times New Roman"/>
                <a:cs typeface="Calibri"/>
              </a:rPr>
              <a:t>The event search allows for the user to search specific events. Events can be filtered by date or location. It also gives users the ability to save events of interest; saved events can easily be viewed or added to event reminders.</a:t>
            </a:r>
          </a:p>
        </p:txBody>
      </p:sp>
      <p:pic>
        <p:nvPicPr>
          <p:cNvPr id="7" name="Picture 7" descr="Graphical user interface&#10;&#10;Description automatically generated">
            <a:extLst>
              <a:ext uri="{FF2B5EF4-FFF2-40B4-BE49-F238E27FC236}">
                <a16:creationId xmlns:a16="http://schemas.microsoft.com/office/drawing/2014/main" id="{040F8587-7A7E-5F2A-3887-A335E2049FA7}"/>
              </a:ext>
            </a:extLst>
          </p:cNvPr>
          <p:cNvPicPr>
            <a:picLocks noChangeAspect="1"/>
          </p:cNvPicPr>
          <p:nvPr/>
        </p:nvPicPr>
        <p:blipFill>
          <a:blip r:embed="rId2"/>
          <a:stretch>
            <a:fillRect/>
          </a:stretch>
        </p:blipFill>
        <p:spPr>
          <a:xfrm>
            <a:off x="4600341" y="1119464"/>
            <a:ext cx="2369284" cy="5137564"/>
          </a:xfrm>
          <a:prstGeom prst="rect">
            <a:avLst/>
          </a:prstGeom>
        </p:spPr>
      </p:pic>
      <p:pic>
        <p:nvPicPr>
          <p:cNvPr id="12" name="Picture 12" descr="Graphical user interface, text, application, chat or text message&#10;&#10;Description automatically generated">
            <a:extLst>
              <a:ext uri="{FF2B5EF4-FFF2-40B4-BE49-F238E27FC236}">
                <a16:creationId xmlns:a16="http://schemas.microsoft.com/office/drawing/2014/main" id="{6B2D18D2-F7F4-4DA9-189A-3805C9FB5FBA}"/>
              </a:ext>
            </a:extLst>
          </p:cNvPr>
          <p:cNvPicPr>
            <a:picLocks noChangeAspect="1"/>
          </p:cNvPicPr>
          <p:nvPr/>
        </p:nvPicPr>
        <p:blipFill>
          <a:blip r:embed="rId3"/>
          <a:stretch>
            <a:fillRect/>
          </a:stretch>
        </p:blipFill>
        <p:spPr>
          <a:xfrm>
            <a:off x="1048532" y="1117600"/>
            <a:ext cx="2373752" cy="5143050"/>
          </a:xfrm>
          <a:prstGeom prst="rect">
            <a:avLst/>
          </a:prstGeom>
        </p:spPr>
      </p:pic>
      <p:sp>
        <p:nvSpPr>
          <p:cNvPr id="18" name="Title 1">
            <a:extLst>
              <a:ext uri="{FF2B5EF4-FFF2-40B4-BE49-F238E27FC236}">
                <a16:creationId xmlns:a16="http://schemas.microsoft.com/office/drawing/2014/main" id="{69BD7C61-0037-979C-485E-73666C2A0DFD}"/>
              </a:ext>
            </a:extLst>
          </p:cNvPr>
          <p:cNvSpPr txBox="1">
            <a:spLocks/>
          </p:cNvSpPr>
          <p:nvPr/>
        </p:nvSpPr>
        <p:spPr>
          <a:xfrm>
            <a:off x="228240" y="182331"/>
            <a:ext cx="9404723" cy="140053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Times New Roman"/>
                <a:cs typeface="Times New Roman"/>
              </a:rPr>
              <a:t>Event Search</a:t>
            </a:r>
          </a:p>
        </p:txBody>
      </p:sp>
      <p:sp>
        <p:nvSpPr>
          <p:cNvPr id="3" name="Oval 2">
            <a:extLst>
              <a:ext uri="{FF2B5EF4-FFF2-40B4-BE49-F238E27FC236}">
                <a16:creationId xmlns:a16="http://schemas.microsoft.com/office/drawing/2014/main" id="{5E6F990E-1726-5B82-5B85-1F51ED98F9C0}"/>
              </a:ext>
            </a:extLst>
          </p:cNvPr>
          <p:cNvSpPr/>
          <p:nvPr/>
        </p:nvSpPr>
        <p:spPr>
          <a:xfrm>
            <a:off x="1309456" y="1235475"/>
            <a:ext cx="732407" cy="732407"/>
          </a:xfrm>
          <a:prstGeom prst="ellipse">
            <a:avLst/>
          </a:prstGeom>
          <a:solidFill>
            <a:srgbClr val="000000">
              <a:alpha val="44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E3ECBF84-C5CC-884F-2C2A-12DAD28AAA2A}"/>
              </a:ext>
            </a:extLst>
          </p:cNvPr>
          <p:cNvCxnSpPr>
            <a:cxnSpLocks/>
          </p:cNvCxnSpPr>
          <p:nvPr/>
        </p:nvCxnSpPr>
        <p:spPr>
          <a:xfrm flipV="1">
            <a:off x="2043344" y="1607597"/>
            <a:ext cx="2556767" cy="2960"/>
          </a:xfrm>
          <a:prstGeom prst="straightConnector1">
            <a:avLst/>
          </a:prstGeom>
          <a:ln w="28575">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1760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Graphical user interface, application&#10;&#10;Description automatically generated">
            <a:extLst>
              <a:ext uri="{FF2B5EF4-FFF2-40B4-BE49-F238E27FC236}">
                <a16:creationId xmlns:a16="http://schemas.microsoft.com/office/drawing/2014/main" id="{5E1F557E-D6EA-091D-1694-4E3D547DA4EC}"/>
              </a:ext>
            </a:extLst>
          </p:cNvPr>
          <p:cNvPicPr>
            <a:picLocks noGrp="1" noChangeAspect="1"/>
          </p:cNvPicPr>
          <p:nvPr>
            <p:ph idx="1"/>
          </p:nvPr>
        </p:nvPicPr>
        <p:blipFill>
          <a:blip r:embed="rId2"/>
          <a:stretch>
            <a:fillRect/>
          </a:stretch>
        </p:blipFill>
        <p:spPr>
          <a:xfrm>
            <a:off x="4933065" y="1031952"/>
            <a:ext cx="2027674" cy="4402604"/>
          </a:xfrm>
        </p:spPr>
      </p:pic>
      <p:sp>
        <p:nvSpPr>
          <p:cNvPr id="4" name="TextBox 3">
            <a:extLst>
              <a:ext uri="{FF2B5EF4-FFF2-40B4-BE49-F238E27FC236}">
                <a16:creationId xmlns:a16="http://schemas.microsoft.com/office/drawing/2014/main" id="{8A7BC5E1-BE2B-7FD2-E942-5F9DB0DD7E17}"/>
              </a:ext>
            </a:extLst>
          </p:cNvPr>
          <p:cNvSpPr txBox="1"/>
          <p:nvPr/>
        </p:nvSpPr>
        <p:spPr>
          <a:xfrm>
            <a:off x="611219" y="5622960"/>
            <a:ext cx="10919559"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latin typeface="Times New Roman"/>
                <a:cs typeface="Times New Roman"/>
              </a:rPr>
              <a:t>The user can set event reminders that auto save to their phone calendar to save the date of upcoming events. The user also can utilize the "map" function to access directions and navigate to event locations. </a:t>
            </a:r>
          </a:p>
        </p:txBody>
      </p:sp>
      <p:pic>
        <p:nvPicPr>
          <p:cNvPr id="6" name="Picture 6" descr="Graphical user interface, application&#10;&#10;Description automatically generated">
            <a:extLst>
              <a:ext uri="{FF2B5EF4-FFF2-40B4-BE49-F238E27FC236}">
                <a16:creationId xmlns:a16="http://schemas.microsoft.com/office/drawing/2014/main" id="{A5E3DF2E-7231-2A74-3685-BE83DC9FCF56}"/>
              </a:ext>
            </a:extLst>
          </p:cNvPr>
          <p:cNvPicPr>
            <a:picLocks noChangeAspect="1"/>
          </p:cNvPicPr>
          <p:nvPr/>
        </p:nvPicPr>
        <p:blipFill>
          <a:blip r:embed="rId3"/>
          <a:stretch>
            <a:fillRect/>
          </a:stretch>
        </p:blipFill>
        <p:spPr>
          <a:xfrm>
            <a:off x="8017163" y="1031818"/>
            <a:ext cx="2025708" cy="4402741"/>
          </a:xfrm>
          <a:prstGeom prst="rect">
            <a:avLst/>
          </a:prstGeom>
        </p:spPr>
      </p:pic>
      <p:sp>
        <p:nvSpPr>
          <p:cNvPr id="7" name="Title 1">
            <a:extLst>
              <a:ext uri="{FF2B5EF4-FFF2-40B4-BE49-F238E27FC236}">
                <a16:creationId xmlns:a16="http://schemas.microsoft.com/office/drawing/2014/main" id="{025BBC88-59EE-F206-4A80-0311EEFFD872}"/>
              </a:ext>
            </a:extLst>
          </p:cNvPr>
          <p:cNvSpPr txBox="1">
            <a:spLocks/>
          </p:cNvSpPr>
          <p:nvPr/>
        </p:nvSpPr>
        <p:spPr>
          <a:xfrm>
            <a:off x="228240" y="182331"/>
            <a:ext cx="9404723" cy="140053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Times New Roman"/>
                <a:cs typeface="Times New Roman"/>
              </a:rPr>
              <a:t>Reminders and Map Function</a:t>
            </a:r>
          </a:p>
        </p:txBody>
      </p:sp>
      <p:pic>
        <p:nvPicPr>
          <p:cNvPr id="3" name="Picture 7" descr="Graphical user interface&#10;&#10;Description automatically generated">
            <a:extLst>
              <a:ext uri="{FF2B5EF4-FFF2-40B4-BE49-F238E27FC236}">
                <a16:creationId xmlns:a16="http://schemas.microsoft.com/office/drawing/2014/main" id="{D20A4AD0-A0B5-EC4A-028C-3FC9F436EC0E}"/>
              </a:ext>
            </a:extLst>
          </p:cNvPr>
          <p:cNvPicPr>
            <a:picLocks noChangeAspect="1"/>
          </p:cNvPicPr>
          <p:nvPr/>
        </p:nvPicPr>
        <p:blipFill>
          <a:blip r:embed="rId4"/>
          <a:stretch>
            <a:fillRect/>
          </a:stretch>
        </p:blipFill>
        <p:spPr>
          <a:xfrm>
            <a:off x="1811273" y="1030687"/>
            <a:ext cx="2028973" cy="4405157"/>
          </a:xfrm>
          <a:prstGeom prst="rect">
            <a:avLst/>
          </a:prstGeom>
        </p:spPr>
      </p:pic>
      <p:sp>
        <p:nvSpPr>
          <p:cNvPr id="9" name="Oval 8">
            <a:extLst>
              <a:ext uri="{FF2B5EF4-FFF2-40B4-BE49-F238E27FC236}">
                <a16:creationId xmlns:a16="http://schemas.microsoft.com/office/drawing/2014/main" id="{0C9A2BA7-8C4B-1075-F316-D6D8321FA09F}"/>
              </a:ext>
            </a:extLst>
          </p:cNvPr>
          <p:cNvSpPr/>
          <p:nvPr/>
        </p:nvSpPr>
        <p:spPr>
          <a:xfrm>
            <a:off x="2167630" y="4490621"/>
            <a:ext cx="406893" cy="406893"/>
          </a:xfrm>
          <a:prstGeom prst="ellipse">
            <a:avLst/>
          </a:prstGeom>
          <a:solidFill>
            <a:srgbClr val="000000">
              <a:alpha val="44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3C7F24F7-2999-533B-5D48-B58BA609D1B9}"/>
              </a:ext>
            </a:extLst>
          </p:cNvPr>
          <p:cNvSpPr/>
          <p:nvPr/>
        </p:nvSpPr>
        <p:spPr>
          <a:xfrm>
            <a:off x="3114582" y="4490621"/>
            <a:ext cx="406893" cy="406893"/>
          </a:xfrm>
          <a:prstGeom prst="ellipse">
            <a:avLst/>
          </a:prstGeom>
          <a:solidFill>
            <a:srgbClr val="000000">
              <a:alpha val="44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E37707F7-BB34-80DB-5929-91DCE706CA70}"/>
              </a:ext>
            </a:extLst>
          </p:cNvPr>
          <p:cNvCxnSpPr>
            <a:cxnSpLocks/>
          </p:cNvCxnSpPr>
          <p:nvPr/>
        </p:nvCxnSpPr>
        <p:spPr>
          <a:xfrm flipV="1">
            <a:off x="3522956" y="4692587"/>
            <a:ext cx="1410069" cy="2960"/>
          </a:xfrm>
          <a:prstGeom prst="straightConnector1">
            <a:avLst/>
          </a:prstGeom>
          <a:ln w="28575">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2A2F415-7029-FCA0-8397-6229F29E9307}"/>
              </a:ext>
            </a:extLst>
          </p:cNvPr>
          <p:cNvCxnSpPr>
            <a:cxnSpLocks/>
          </p:cNvCxnSpPr>
          <p:nvPr/>
        </p:nvCxnSpPr>
        <p:spPr>
          <a:xfrm>
            <a:off x="2376257" y="5183818"/>
            <a:ext cx="5634360" cy="4438"/>
          </a:xfrm>
          <a:prstGeom prst="straightConnector1">
            <a:avLst/>
          </a:prstGeom>
          <a:ln w="28575">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5F816DA-48B3-0CAD-B15C-43A86C640FE2}"/>
              </a:ext>
            </a:extLst>
          </p:cNvPr>
          <p:cNvCxnSpPr/>
          <p:nvPr/>
        </p:nvCxnSpPr>
        <p:spPr>
          <a:xfrm>
            <a:off x="2371169" y="4897609"/>
            <a:ext cx="4438" cy="278164"/>
          </a:xfrm>
          <a:prstGeom prst="straightConnector1">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0520136"/>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0e8b2ffb-a878-486d-be0b-cbd66b097784" xsi:nil="true"/>
    <lcf76f155ced4ddcb4097134ff3c332f xmlns="adb03e97-a8c8-480c-bb58-069d505fa1d6">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2850D47E0D67E48AFD48DA4E8330FE5" ma:contentTypeVersion="9" ma:contentTypeDescription="Create a new document." ma:contentTypeScope="" ma:versionID="fc5b992eb8c2113658ff0212302880fb">
  <xsd:schema xmlns:xsd="http://www.w3.org/2001/XMLSchema" xmlns:xs="http://www.w3.org/2001/XMLSchema" xmlns:p="http://schemas.microsoft.com/office/2006/metadata/properties" xmlns:ns2="adb03e97-a8c8-480c-bb58-069d505fa1d6" xmlns:ns3="0e8b2ffb-a878-486d-be0b-cbd66b097784" targetNamespace="http://schemas.microsoft.com/office/2006/metadata/properties" ma:root="true" ma:fieldsID="1a550b3815a9d55e8e277f56680daabb" ns2:_="" ns3:_="">
    <xsd:import namespace="adb03e97-a8c8-480c-bb58-069d505fa1d6"/>
    <xsd:import namespace="0e8b2ffb-a878-486d-be0b-cbd66b097784"/>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db03e97-a8c8-480c-bb58-069d505fa1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88f7d7c5-56b2-470b-943f-11309a4ca04e"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e8b2ffb-a878-486d-be0b-cbd66b097784"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54621411-8ac6-48b7-964a-fa55bfe36153}" ma:internalName="TaxCatchAll" ma:showField="CatchAllData" ma:web="0e8b2ffb-a878-486d-be0b-cbd66b0977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781C8C-0010-4250-A77B-6A993371970C}">
  <ds:schemaRefs>
    <ds:schemaRef ds:uri="http://schemas.microsoft.com/sharepoint/v3/contenttype/forms"/>
  </ds:schemaRefs>
</ds:datastoreItem>
</file>

<file path=customXml/itemProps2.xml><?xml version="1.0" encoding="utf-8"?>
<ds:datastoreItem xmlns:ds="http://schemas.openxmlformats.org/officeDocument/2006/customXml" ds:itemID="{031CB206-FB8C-4E3F-9891-A6D9CE20C9BB}">
  <ds:schemaRefs>
    <ds:schemaRef ds:uri="0e8b2ffb-a878-486d-be0b-cbd66b097784"/>
    <ds:schemaRef ds:uri="adb03e97-a8c8-480c-bb58-069d505fa1d6"/>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82ECBFD0-B2FB-4C3E-B34E-F18E989FCC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db03e97-a8c8-480c-bb58-069d505fa1d6"/>
    <ds:schemaRef ds:uri="0e8b2ffb-a878-486d-be0b-cbd66b0977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TM04033917[[fn=Berlin]]</Template>
  <TotalTime>17</TotalTime>
  <Words>416</Words>
  <Application>Microsoft Office PowerPoint</Application>
  <PresentationFormat>Widescreen</PresentationFormat>
  <Paragraphs>27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Century Gothic</vt:lpstr>
      <vt:lpstr>Times New Roman</vt:lpstr>
      <vt:lpstr>Trebuchet MS</vt:lpstr>
      <vt:lpstr>Berlin</vt:lpstr>
      <vt:lpstr>UNA Events App  Prototype</vt:lpstr>
      <vt:lpstr>Login Screen</vt:lpstr>
      <vt:lpstr>PowerPoint Presentation</vt:lpstr>
      <vt:lpstr>PowerPoint Presentation</vt:lpstr>
      <vt:lpstr>PowerPoint Presentation</vt:lpstr>
      <vt:lpstr>Create Event</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Quang Thuận Nguyễn</cp:lastModifiedBy>
  <cp:revision>451</cp:revision>
  <dcterms:created xsi:type="dcterms:W3CDTF">2022-11-18T23:50:44Z</dcterms:created>
  <dcterms:modified xsi:type="dcterms:W3CDTF">2025-04-20T17:12:13Z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0x01010092850D47E0D67E48AFD48DA4E8330FE5</vt:lpwstr>
  </property>
  <property fmtid="{D5CDD505-2E9C-101B-9397-08002B2CF9AE}" pid="3" name="MediaServiceImageTags">
    <vt:lpwstr/>
  </property>
</Properties>
</file>